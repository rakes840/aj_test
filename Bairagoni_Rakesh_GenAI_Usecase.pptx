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3.xml" ContentType="application/vnd.openxmlformats-officedocument.them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43" r:id="rId4"/>
    <p:sldMasterId id="2147484064" r:id="rId5"/>
    <p:sldMasterId id="2147484099" r:id="rId6"/>
  </p:sldMasterIdLst>
  <p:notesMasterIdLst>
    <p:notesMasterId r:id="rId8"/>
  </p:notesMasterIdLst>
  <p:handoutMasterIdLst>
    <p:handoutMasterId r:id="rId9"/>
  </p:handoutMasterIdLst>
  <p:sldIdLst>
    <p:sldId id="2147471229" r:id="rId7"/>
  </p:sldIdLst>
  <p:sldSz cx="12192000" cy="6858000"/>
  <p:notesSz cx="6858000" cy="9144000"/>
  <p:custDataLst>
    <p:tags r:id="rId10"/>
  </p:custDataLst>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7C5A2F8-627A-458C-BAC7-09A5A84E2E2D}">
          <p14:sldIdLst>
            <p14:sldId id="2147471229"/>
          </p14:sldIdLst>
        </p14:section>
      </p14:sectionLst>
    </p:ext>
    <p:ext uri="{EFAFB233-063F-42B5-8137-9DF3F51BA10A}">
      <p15:sldGuideLst xmlns:p15="http://schemas.microsoft.com/office/powerpoint/2012/main">
        <p15:guide id="5" orient="horz" pos="2341" userDrawn="1">
          <p15:clr>
            <a:srgbClr val="A4A3A4"/>
          </p15:clr>
        </p15:guide>
        <p15:guide id="6"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02F1312-9282-5633-81CB-B77276090D60}" name="Muneer, Mohammad" initials="MM" userId="S::mohammad.muneer@capgemini.com::cf3b4069-6285-465b-8bfb-d78b825655a3"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andhi, Sachi" initials="GS" lastIdx="3" clrIdx="0">
    <p:extLst>
      <p:ext uri="{19B8F6BF-5375-455C-9EA6-DF929625EA0E}">
        <p15:presenceInfo xmlns:p15="http://schemas.microsoft.com/office/powerpoint/2012/main" userId="S::sachi.gandhi@capgemini.com::98e4ca0b-d751-4fe9-92a6-5f48f2fcbb8c" providerId="AD"/>
      </p:ext>
    </p:extLst>
  </p:cmAuthor>
  <p:cmAuthor id="2" name="B Tripathi, Sudhir" initials="BTS" lastIdx="1" clrIdx="1">
    <p:extLst>
      <p:ext uri="{19B8F6BF-5375-455C-9EA6-DF929625EA0E}">
        <p15:presenceInfo xmlns:p15="http://schemas.microsoft.com/office/powerpoint/2012/main" userId="S::sudhir.b-tripathi@capgemini.com::0250183f-ee9c-46e5-9fdd-d1108aee1209" providerId="AD"/>
      </p:ext>
    </p:extLst>
  </p:cmAuthor>
  <p:cmAuthor id="3" name="Aggarwal, Shilpi" initials="AS" lastIdx="12" clrIdx="2">
    <p:extLst>
      <p:ext uri="{19B8F6BF-5375-455C-9EA6-DF929625EA0E}">
        <p15:presenceInfo xmlns:p15="http://schemas.microsoft.com/office/powerpoint/2012/main" userId="S::shilpi.aggarwal@capgemini.com::135919ff-9311-4b10-8f07-cdadb1f7cbb9" providerId="AD"/>
      </p:ext>
    </p:extLst>
  </p:cmAuthor>
  <p:cmAuthor id="4" name="Kumar, Deepak" initials="KD" lastIdx="3" clrIdx="3">
    <p:extLst>
      <p:ext uri="{19B8F6BF-5375-455C-9EA6-DF929625EA0E}">
        <p15:presenceInfo xmlns:p15="http://schemas.microsoft.com/office/powerpoint/2012/main" userId="S::deepak.q.kumar@capgemini.com::1cd1c7c5-b07f-46cf-a80a-041783b71c6f" providerId="AD"/>
      </p:ext>
    </p:extLst>
  </p:cmAuthor>
  <p:cmAuthor id="5" name="Muneer, Mohammad" initials="MM" lastIdx="1" clrIdx="4">
    <p:extLst>
      <p:ext uri="{19B8F6BF-5375-455C-9EA6-DF929625EA0E}">
        <p15:presenceInfo xmlns:p15="http://schemas.microsoft.com/office/powerpoint/2012/main" userId="S::mohammad.muneer@capgemini.com::cf3b4069-6285-465b-8bfb-d78b825655a3" providerId="AD"/>
      </p:ext>
    </p:extLst>
  </p:cmAuthor>
  <p:cmAuthor id="6" name="Khanwalkar, Malay" initials="KM" lastIdx="1" clrIdx="5">
    <p:extLst>
      <p:ext uri="{19B8F6BF-5375-455C-9EA6-DF929625EA0E}">
        <p15:presenceInfo xmlns:p15="http://schemas.microsoft.com/office/powerpoint/2012/main" userId="S::malay.khanwalkar@capgemini.com::c3a28f04-a1d9-40ec-914b-7fa95c2e5b3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80A4"/>
    <a:srgbClr val="007D74"/>
    <a:srgbClr val="0070AD"/>
    <a:srgbClr val="000000"/>
    <a:srgbClr val="178C3D"/>
    <a:srgbClr val="272936"/>
    <a:srgbClr val="173340"/>
    <a:srgbClr val="ECECEC"/>
    <a:srgbClr val="D9D9D9"/>
    <a:srgbClr val="2B0A3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C56C09-2F95-470F-A850-70911B3842FC}" v="1" dt="2024-01-23T11:21:50.4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40"/>
      </p:cViewPr>
      <p:guideLst>
        <p:guide orient="horz" pos="2341"/>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presProps" Target="presProps.xml"/><Relationship Id="rId17" Type="http://schemas.microsoft.com/office/2018/10/relationships/authors" Target="author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tableStyles" Target="tableStyles.xml"/><Relationship Id="rId10"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handoutMaster" Target="handoutMasters/handoutMaster1.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8B6225-3E94-4525-8747-A8CEEE07C4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sz="900"/>
          </a:p>
        </p:txBody>
      </p:sp>
      <p:sp>
        <p:nvSpPr>
          <p:cNvPr id="3" name="Date Placeholder 2">
            <a:extLst>
              <a:ext uri="{FF2B5EF4-FFF2-40B4-BE49-F238E27FC236}">
                <a16:creationId xmlns:a16="http://schemas.microsoft.com/office/drawing/2014/main" id="{1EE33FD8-B984-44FE-83F0-5C989EE624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C988DC-9DE3-4390-97AB-D61B85DACE57}" type="datetimeFigureOut">
              <a:rPr lang="pt-PT" sz="900" smtClean="0"/>
              <a:pPr/>
              <a:t>23/01/2026</a:t>
            </a:fld>
            <a:endParaRPr lang="pt-PT" sz="900"/>
          </a:p>
        </p:txBody>
      </p:sp>
      <p:sp>
        <p:nvSpPr>
          <p:cNvPr id="4" name="Footer Placeholder 3">
            <a:extLst>
              <a:ext uri="{FF2B5EF4-FFF2-40B4-BE49-F238E27FC236}">
                <a16:creationId xmlns:a16="http://schemas.microsoft.com/office/drawing/2014/main" id="{88AD1E4F-EFF7-4551-A0B7-35D2A74F4F4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sz="900"/>
          </a:p>
        </p:txBody>
      </p:sp>
      <p:sp>
        <p:nvSpPr>
          <p:cNvPr id="5" name="Slide Number Placeholder 4">
            <a:extLst>
              <a:ext uri="{FF2B5EF4-FFF2-40B4-BE49-F238E27FC236}">
                <a16:creationId xmlns:a16="http://schemas.microsoft.com/office/drawing/2014/main" id="{5C3F35C8-35E9-48DD-971F-B2366CC5B7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F190BF9-40D8-49B5-87EF-599BB2C7EE93}" type="slidenum">
              <a:rPr lang="pt-PT" sz="900" smtClean="0"/>
              <a:pPr/>
              <a:t>‹#›</a:t>
            </a:fld>
            <a:endParaRPr lang="pt-PT" sz="900"/>
          </a:p>
        </p:txBody>
      </p:sp>
    </p:spTree>
    <p:extLst>
      <p:ext uri="{BB962C8B-B14F-4D97-AF65-F5344CB8AC3E}">
        <p14:creationId xmlns:p14="http://schemas.microsoft.com/office/powerpoint/2010/main" val="3609307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vl1pPr>
          </a:lstStyle>
          <a:p>
            <a:endParaRPr lang="pt-BR"/>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vl1pPr>
          </a:lstStyle>
          <a:p>
            <a:fld id="{0835B8F7-DAC4-4931-8AED-4356A8B2FD64}" type="datetimeFigureOut">
              <a:rPr lang="pt-BR" smtClean="0"/>
              <a:pPr/>
              <a:t>23/01/2026</a:t>
            </a:fld>
            <a:endParaRPr lang="pt-BR"/>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a:t>Insert comments</a:t>
            </a:r>
            <a:endParaRPr lang="pt-BR"/>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vl1pPr>
          </a:lstStyle>
          <a:p>
            <a:endParaRPr lang="pt-BR"/>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vl1pPr>
          </a:lstStyle>
          <a:p>
            <a:fld id="{C0696B5C-12A0-4042-B4D0-BD3B9A4F58C6}" type="slidenum">
              <a:rPr lang="pt-BR" smtClean="0"/>
              <a:pPr/>
              <a:t>‹#›</a:t>
            </a:fld>
            <a:endParaRPr lang="pt-BR"/>
          </a:p>
        </p:txBody>
      </p:sp>
    </p:spTree>
    <p:extLst>
      <p:ext uri="{BB962C8B-B14F-4D97-AF65-F5344CB8AC3E}">
        <p14:creationId xmlns:p14="http://schemas.microsoft.com/office/powerpoint/2010/main" val="1575338179"/>
      </p:ext>
    </p:extLst>
  </p:cSld>
  <p:clrMap bg1="lt1" tx1="dk1" bg2="lt2" tx2="dk2" accent1="accent1" accent2="accent2" accent3="accent3" accent4="accent4" accent5="accent5" accent6="accent6" hlink="hlink" folHlink="folHlink"/>
  <p:notesStyle>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3.xml"/><Relationship Id="rId4" Type="http://schemas.openxmlformats.org/officeDocument/2006/relationships/image" Target="../media/image1.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4.xml"/><Relationship Id="rId4" Type="http://schemas.openxmlformats.org/officeDocument/2006/relationships/image" Target="../media/image1.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5.xml"/><Relationship Id="rId4" Type="http://schemas.openxmlformats.org/officeDocument/2006/relationships/image" Target="../media/image1.emf"/></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2.png"/><Relationship Id="rId3" Type="http://schemas.openxmlformats.org/officeDocument/2006/relationships/image" Target="../media/image3.png"/><Relationship Id="rId7" Type="http://schemas.openxmlformats.org/officeDocument/2006/relationships/image" Target="../media/image5.png"/><Relationship Id="rId12" Type="http://schemas.openxmlformats.org/officeDocument/2006/relationships/image" Target="../media/image8.png"/><Relationship Id="rId2" Type="http://schemas.openxmlformats.org/officeDocument/2006/relationships/hyperlink" Target="http://www.linkedin.com/company/capgemini" TargetMode="External"/><Relationship Id="rId1" Type="http://schemas.openxmlformats.org/officeDocument/2006/relationships/slideMaster" Target="../slideMasters/slideMaster2.xml"/><Relationship Id="rId6" Type="http://schemas.openxmlformats.org/officeDocument/2006/relationships/hyperlink" Target="http://www.twitter.com/capgemini" TargetMode="External"/><Relationship Id="rId11" Type="http://schemas.openxmlformats.org/officeDocument/2006/relationships/image" Target="../media/image7.png"/><Relationship Id="rId5" Type="http://schemas.openxmlformats.org/officeDocument/2006/relationships/image" Target="../media/image4.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6.png"/></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hyperlink" Target="http://www.youtube.com/capgeminimedia" TargetMode="External"/><Relationship Id="rId3" Type="http://schemas.openxmlformats.org/officeDocument/2006/relationships/tags" Target="../tags/tag8.xml"/><Relationship Id="rId7" Type="http://schemas.openxmlformats.org/officeDocument/2006/relationships/hyperlink" Target="http://www.linkedin.com/company/capgemini" TargetMode="External"/><Relationship Id="rId12" Type="http://schemas.openxmlformats.org/officeDocument/2006/relationships/image" Target="../media/image5.png"/><Relationship Id="rId17" Type="http://schemas.openxmlformats.org/officeDocument/2006/relationships/image" Target="../media/image2.png"/><Relationship Id="rId2" Type="http://schemas.openxmlformats.org/officeDocument/2006/relationships/tags" Target="../tags/tag7.xml"/><Relationship Id="rId16" Type="http://schemas.openxmlformats.org/officeDocument/2006/relationships/image" Target="../media/image7.png"/><Relationship Id="rId1" Type="http://schemas.openxmlformats.org/officeDocument/2006/relationships/tags" Target="../tags/tag6.xml"/><Relationship Id="rId6" Type="http://schemas.openxmlformats.org/officeDocument/2006/relationships/image" Target="../media/image8.png"/><Relationship Id="rId11" Type="http://schemas.openxmlformats.org/officeDocument/2006/relationships/hyperlink" Target="http://www.twitter.com/capgemini" TargetMode="External"/><Relationship Id="rId5" Type="http://schemas.openxmlformats.org/officeDocument/2006/relationships/slideMaster" Target="../slideMasters/slideMaster2.xml"/><Relationship Id="rId15" Type="http://schemas.openxmlformats.org/officeDocument/2006/relationships/hyperlink" Target="http://www.facebook.com/capgemini" TargetMode="External"/><Relationship Id="rId10" Type="http://schemas.openxmlformats.org/officeDocument/2006/relationships/image" Target="../media/image4.png"/><Relationship Id="rId4" Type="http://schemas.openxmlformats.org/officeDocument/2006/relationships/tags" Target="../tags/tag9.xml"/><Relationship Id="rId9" Type="http://schemas.openxmlformats.org/officeDocument/2006/relationships/hyperlink" Target="http://www.slideshare.net/capgemini" TargetMode="External"/><Relationship Id="rId14" Type="http://schemas.openxmlformats.org/officeDocument/2006/relationships/image" Target="../media/image6.png"/></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10.xml"/><Relationship Id="rId4" Type="http://schemas.openxmlformats.org/officeDocument/2006/relationships/image" Target="../media/image1.emf"/></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11.xml"/><Relationship Id="rId4" Type="http://schemas.openxmlformats.org/officeDocument/2006/relationships/image" Target="../media/image1.emf"/></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2.xml"/><Relationship Id="rId1" Type="http://schemas.openxmlformats.org/officeDocument/2006/relationships/tags" Target="../tags/tag12.xml"/><Relationship Id="rId6" Type="http://schemas.openxmlformats.org/officeDocument/2006/relationships/image" Target="../media/image13.png"/><Relationship Id="rId5" Type="http://schemas.openxmlformats.org/officeDocument/2006/relationships/image" Target="../media/image1.emf"/><Relationship Id="rId4" Type="http://schemas.openxmlformats.org/officeDocument/2006/relationships/oleObject" Target="../embeddings/oleObject4.bin"/></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14.xml"/><Relationship Id="rId4" Type="http://schemas.openxmlformats.org/officeDocument/2006/relationships/image" Target="../media/image1.emf"/></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15.xml"/><Relationship Id="rId4" Type="http://schemas.openxmlformats.org/officeDocument/2006/relationships/image" Target="../media/image1.emf"/></Relationships>
</file>

<file path=ppt/slideLayouts/_rels/slideLayout5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16.xml"/><Relationship Id="rId4" Type="http://schemas.openxmlformats.org/officeDocument/2006/relationships/image" Target="../media/image1.emf"/></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5.png"/><Relationship Id="rId3" Type="http://schemas.openxmlformats.org/officeDocument/2006/relationships/image" Target="../media/image3.png"/><Relationship Id="rId7" Type="http://schemas.openxmlformats.org/officeDocument/2006/relationships/image" Target="../media/image5.png"/><Relationship Id="rId12" Type="http://schemas.openxmlformats.org/officeDocument/2006/relationships/image" Target="../media/image16.png"/><Relationship Id="rId2" Type="http://schemas.openxmlformats.org/officeDocument/2006/relationships/hyperlink" Target="http://www.linkedin.com/company/capgemini" TargetMode="External"/><Relationship Id="rId1" Type="http://schemas.openxmlformats.org/officeDocument/2006/relationships/slideMaster" Target="../slideMasters/slideMaster3.xml"/><Relationship Id="rId6" Type="http://schemas.openxmlformats.org/officeDocument/2006/relationships/hyperlink" Target="http://www.twitter.com/capgemini" TargetMode="External"/><Relationship Id="rId11" Type="http://schemas.openxmlformats.org/officeDocument/2006/relationships/image" Target="../media/image7.png"/><Relationship Id="rId5" Type="http://schemas.openxmlformats.org/officeDocument/2006/relationships/image" Target="../media/image4.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6.png"/></Relationships>
</file>

<file path=ppt/slideLayouts/_rels/slideLayout59.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hyperlink" Target="http://www.youtube.com/capgeminimedia" TargetMode="External"/><Relationship Id="rId3" Type="http://schemas.openxmlformats.org/officeDocument/2006/relationships/tags" Target="../tags/tag19.xml"/><Relationship Id="rId7" Type="http://schemas.openxmlformats.org/officeDocument/2006/relationships/hyperlink" Target="http://www.linkedin.com/company/capgemini" TargetMode="External"/><Relationship Id="rId12" Type="http://schemas.openxmlformats.org/officeDocument/2006/relationships/image" Target="../media/image5.png"/><Relationship Id="rId17" Type="http://schemas.openxmlformats.org/officeDocument/2006/relationships/image" Target="../media/image15.png"/><Relationship Id="rId2" Type="http://schemas.openxmlformats.org/officeDocument/2006/relationships/tags" Target="../tags/tag18.xml"/><Relationship Id="rId16" Type="http://schemas.openxmlformats.org/officeDocument/2006/relationships/image" Target="../media/image7.png"/><Relationship Id="rId1" Type="http://schemas.openxmlformats.org/officeDocument/2006/relationships/tags" Target="../tags/tag17.xml"/><Relationship Id="rId6" Type="http://schemas.openxmlformats.org/officeDocument/2006/relationships/image" Target="../media/image17.png"/><Relationship Id="rId11" Type="http://schemas.openxmlformats.org/officeDocument/2006/relationships/hyperlink" Target="http://www.twitter.com/capgemini" TargetMode="External"/><Relationship Id="rId5" Type="http://schemas.openxmlformats.org/officeDocument/2006/relationships/slideMaster" Target="../slideMasters/slideMaster3.xml"/><Relationship Id="rId15" Type="http://schemas.openxmlformats.org/officeDocument/2006/relationships/hyperlink" Target="http://www.facebook.com/capgemini" TargetMode="External"/><Relationship Id="rId10" Type="http://schemas.openxmlformats.org/officeDocument/2006/relationships/image" Target="../media/image4.png"/><Relationship Id="rId4" Type="http://schemas.openxmlformats.org/officeDocument/2006/relationships/tags" Target="../tags/tag20.xml"/><Relationship Id="rId9" Type="http://schemas.openxmlformats.org/officeDocument/2006/relationships/hyperlink" Target="http://www.slideshare.net/capgemini" TargetMode="External"/><Relationship Id="rId14" Type="http://schemas.openxmlformats.org/officeDocument/2006/relationships/image" Target="../media/image6.png"/></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Master" Target="../slideMasters/slideMaster3.xml"/><Relationship Id="rId1" Type="http://schemas.openxmlformats.org/officeDocument/2006/relationships/tags" Target="../tags/tag21.xml"/><Relationship Id="rId5" Type="http://schemas.openxmlformats.org/officeDocument/2006/relationships/image" Target="../media/image1.emf"/><Relationship Id="rId4" Type="http://schemas.openxmlformats.org/officeDocument/2006/relationships/oleObject" Target="../embeddings/oleObject5.bin"/></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3624B12-AEC7-40E1-9950-72211DE66B24}"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118F4A-86BA-4DCE-AFE8-572205A6F51C}" type="slidenum">
              <a:rPr lang="en-US" smtClean="0"/>
              <a:t>‹#›</a:t>
            </a:fld>
            <a:endParaRPr lang="en-US"/>
          </a:p>
        </p:txBody>
      </p:sp>
    </p:spTree>
    <p:extLst>
      <p:ext uri="{BB962C8B-B14F-4D97-AF65-F5344CB8AC3E}">
        <p14:creationId xmlns:p14="http://schemas.microsoft.com/office/powerpoint/2010/main" val="40319082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3624B12-AEC7-40E1-9950-72211DE66B24}"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118F4A-86BA-4DCE-AFE8-572205A6F51C}" type="slidenum">
              <a:rPr lang="en-US" smtClean="0"/>
              <a:t>‹#›</a:t>
            </a:fld>
            <a:endParaRPr lang="en-US"/>
          </a:p>
        </p:txBody>
      </p:sp>
    </p:spTree>
    <p:extLst>
      <p:ext uri="{BB962C8B-B14F-4D97-AF65-F5344CB8AC3E}">
        <p14:creationId xmlns:p14="http://schemas.microsoft.com/office/powerpoint/2010/main" val="41156244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624B12-AEC7-40E1-9950-72211DE66B24}"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118F4A-86BA-4DCE-AFE8-572205A6F51C}" type="slidenum">
              <a:rPr lang="en-US" smtClean="0"/>
              <a:t>‹#›</a:t>
            </a:fld>
            <a:endParaRPr lang="en-US"/>
          </a:p>
        </p:txBody>
      </p:sp>
    </p:spTree>
    <p:extLst>
      <p:ext uri="{BB962C8B-B14F-4D97-AF65-F5344CB8AC3E}">
        <p14:creationId xmlns:p14="http://schemas.microsoft.com/office/powerpoint/2010/main" val="15535789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3624B12-AEC7-40E1-9950-72211DE66B24}" type="datetimeFigureOut">
              <a:rPr lang="en-US" smtClean="0"/>
              <a:t>1/23/2026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2118F4A-86BA-4DCE-AFE8-572205A6F51C}" type="slidenum">
              <a:rPr lang="en-US" smtClean="0"/>
              <a:t>‹#›</a:t>
            </a:fld>
            <a:endParaRPr lang="en-US"/>
          </a:p>
        </p:txBody>
      </p:sp>
    </p:spTree>
    <p:extLst>
      <p:ext uri="{BB962C8B-B14F-4D97-AF65-F5344CB8AC3E}">
        <p14:creationId xmlns:p14="http://schemas.microsoft.com/office/powerpoint/2010/main" val="36404977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3624B12-AEC7-40E1-9950-72211DE66B24}" type="datetimeFigureOut">
              <a:rPr lang="en-US" smtClean="0"/>
              <a:t>1/23/2026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2118F4A-86BA-4DCE-AFE8-572205A6F51C}" type="slidenum">
              <a:rPr lang="en-US" smtClean="0"/>
              <a:t>‹#›</a:t>
            </a:fld>
            <a:endParaRPr lang="en-US"/>
          </a:p>
        </p:txBody>
      </p:sp>
    </p:spTree>
    <p:extLst>
      <p:ext uri="{BB962C8B-B14F-4D97-AF65-F5344CB8AC3E}">
        <p14:creationId xmlns:p14="http://schemas.microsoft.com/office/powerpoint/2010/main" val="17713092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3624B12-AEC7-40E1-9950-72211DE66B24}" type="datetimeFigureOut">
              <a:rPr lang="en-US" smtClean="0"/>
              <a:t>1/23/2026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2118F4A-86BA-4DCE-AFE8-572205A6F51C}" type="slidenum">
              <a:rPr lang="en-US" smtClean="0"/>
              <a:t>‹#›</a:t>
            </a:fld>
            <a:endParaRPr lang="en-US"/>
          </a:p>
        </p:txBody>
      </p:sp>
    </p:spTree>
    <p:extLst>
      <p:ext uri="{BB962C8B-B14F-4D97-AF65-F5344CB8AC3E}">
        <p14:creationId xmlns:p14="http://schemas.microsoft.com/office/powerpoint/2010/main" val="31271932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624B12-AEC7-40E1-9950-72211DE66B24}" type="datetimeFigureOut">
              <a:rPr lang="en-US" smtClean="0"/>
              <a:t>1/23/2026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2118F4A-86BA-4DCE-AFE8-572205A6F51C}" type="slidenum">
              <a:rPr lang="en-US" smtClean="0"/>
              <a:t>‹#›</a:t>
            </a:fld>
            <a:endParaRPr lang="en-US"/>
          </a:p>
        </p:txBody>
      </p:sp>
    </p:spTree>
    <p:extLst>
      <p:ext uri="{BB962C8B-B14F-4D97-AF65-F5344CB8AC3E}">
        <p14:creationId xmlns:p14="http://schemas.microsoft.com/office/powerpoint/2010/main" val="6302885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3624B12-AEC7-40E1-9950-72211DE66B24}" type="datetimeFigureOut">
              <a:rPr lang="en-US" smtClean="0"/>
              <a:t>1/23/2026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2118F4A-86BA-4DCE-AFE8-572205A6F51C}" type="slidenum">
              <a:rPr lang="en-US" smtClean="0"/>
              <a:t>‹#›</a:t>
            </a:fld>
            <a:endParaRPr lang="en-US"/>
          </a:p>
        </p:txBody>
      </p:sp>
    </p:spTree>
    <p:extLst>
      <p:ext uri="{BB962C8B-B14F-4D97-AF65-F5344CB8AC3E}">
        <p14:creationId xmlns:p14="http://schemas.microsoft.com/office/powerpoint/2010/main" val="1181637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3624B12-AEC7-40E1-9950-72211DE66B24}" type="datetimeFigureOut">
              <a:rPr lang="en-US" smtClean="0"/>
              <a:t>1/23/2026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2118F4A-86BA-4DCE-AFE8-572205A6F51C}" type="slidenum">
              <a:rPr lang="en-US" smtClean="0"/>
              <a:t>‹#›</a:t>
            </a:fld>
            <a:endParaRPr lang="en-US"/>
          </a:p>
        </p:txBody>
      </p:sp>
    </p:spTree>
    <p:extLst>
      <p:ext uri="{BB962C8B-B14F-4D97-AF65-F5344CB8AC3E}">
        <p14:creationId xmlns:p14="http://schemas.microsoft.com/office/powerpoint/2010/main" val="17125725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3624B12-AEC7-40E1-9950-72211DE66B24}"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118F4A-86BA-4DCE-AFE8-572205A6F51C}" type="slidenum">
              <a:rPr lang="en-US" smtClean="0"/>
              <a:t>‹#›</a:t>
            </a:fld>
            <a:endParaRPr lang="en-US"/>
          </a:p>
        </p:txBody>
      </p:sp>
    </p:spTree>
    <p:extLst>
      <p:ext uri="{BB962C8B-B14F-4D97-AF65-F5344CB8AC3E}">
        <p14:creationId xmlns:p14="http://schemas.microsoft.com/office/powerpoint/2010/main" val="28260122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3624B12-AEC7-40E1-9950-72211DE66B24}"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118F4A-86BA-4DCE-AFE8-572205A6F51C}" type="slidenum">
              <a:rPr lang="en-US" smtClean="0"/>
              <a:t>‹#›</a:t>
            </a:fld>
            <a:endParaRPr lang="en-US"/>
          </a:p>
        </p:txBody>
      </p:sp>
    </p:spTree>
    <p:extLst>
      <p:ext uri="{BB962C8B-B14F-4D97-AF65-F5344CB8AC3E}">
        <p14:creationId xmlns:p14="http://schemas.microsoft.com/office/powerpoint/2010/main" val="29458594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Vide">
    <p:spTree>
      <p:nvGrpSpPr>
        <p:cNvPr id="1" name=""/>
        <p:cNvGrpSpPr/>
        <p:nvPr/>
      </p:nvGrpSpPr>
      <p:grpSpPr>
        <a:xfrm>
          <a:off x="0" y="0"/>
          <a:ext cx="0" cy="0"/>
          <a:chOff x="0" y="0"/>
          <a:chExt cx="0" cy="0"/>
        </a:xfrm>
      </p:grpSpPr>
      <p:sp>
        <p:nvSpPr>
          <p:cNvPr id="7" name="Picture Placeholder 13">
            <a:extLst>
              <a:ext uri="{FF2B5EF4-FFF2-40B4-BE49-F238E27FC236}">
                <a16:creationId xmlns:a16="http://schemas.microsoft.com/office/drawing/2014/main" id="{3867A690-053A-4EAC-A5E4-B6CF055422BF}"/>
              </a:ext>
            </a:extLst>
          </p:cNvPr>
          <p:cNvSpPr>
            <a:spLocks noGrp="1"/>
          </p:cNvSpPr>
          <p:nvPr>
            <p:ph type="pic" sz="quarter" idx="11"/>
          </p:nvPr>
        </p:nvSpPr>
        <p:spPr>
          <a:xfrm>
            <a:off x="5843971" y="0"/>
            <a:ext cx="6348029" cy="6857999"/>
          </a:xfrm>
          <a:prstGeom prst="rect">
            <a:avLst/>
          </a:prstGeom>
        </p:spPr>
        <p:txBody>
          <a:bodyPr vert="horz" lIns="0" tIns="0" rIns="0" bIns="0" rtlCol="0">
            <a:normAutofit/>
          </a:bodyPr>
          <a:lstStyle>
            <a:lvl1pPr>
              <a:defRPr lang="en-US" dirty="0"/>
            </a:lvl1pPr>
          </a:lstStyle>
          <a:p>
            <a:pPr lvl="0"/>
            <a:r>
              <a:rPr lang="en-US"/>
              <a:t>Click icon to add picture</a:t>
            </a:r>
          </a:p>
        </p:txBody>
      </p:sp>
      <p:sp>
        <p:nvSpPr>
          <p:cNvPr id="2" name="Date Placeholder 1">
            <a:extLst>
              <a:ext uri="{FF2B5EF4-FFF2-40B4-BE49-F238E27FC236}">
                <a16:creationId xmlns:a16="http://schemas.microsoft.com/office/drawing/2014/main" id="{B800330C-0DA9-49B0-A1AA-A01EA1CDDD3E}"/>
              </a:ext>
            </a:extLst>
          </p:cNvPr>
          <p:cNvSpPr>
            <a:spLocks noGrp="1"/>
          </p:cNvSpPr>
          <p:nvPr>
            <p:ph type="dt" sz="half" idx="12"/>
          </p:nvPr>
        </p:nvSpPr>
        <p:spPr/>
        <p:txBody>
          <a:bodyPr/>
          <a:lstStyle/>
          <a:p>
            <a:pPr algn="r">
              <a:spcBef>
                <a:spcPts val="1000"/>
              </a:spcBef>
              <a:buFont typeface="Arial" panose="020B0604020202020204" pitchFamily="34" charset="0"/>
              <a:buNone/>
            </a:pPr>
            <a:r>
              <a:rPr lang="en-US"/>
              <a:t>© Capgemini Invent 2019. All rights reserved.</a:t>
            </a:r>
          </a:p>
        </p:txBody>
      </p:sp>
      <p:sp>
        <p:nvSpPr>
          <p:cNvPr id="4" name="Footer Placeholder 3">
            <a:extLst>
              <a:ext uri="{FF2B5EF4-FFF2-40B4-BE49-F238E27FC236}">
                <a16:creationId xmlns:a16="http://schemas.microsoft.com/office/drawing/2014/main" id="{ACAF6F9D-69DC-4A77-8B21-FAB0BC20711F}"/>
              </a:ext>
            </a:extLst>
          </p:cNvPr>
          <p:cNvSpPr>
            <a:spLocks noGrp="1"/>
          </p:cNvSpPr>
          <p:nvPr>
            <p:ph type="ftr" sz="quarter" idx="13"/>
          </p:nvPr>
        </p:nvSpPr>
        <p:spPr>
          <a:xfrm>
            <a:off x="299326"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4165C9AA-0AF4-4C7C-AEFB-CD05DD8731DC}"/>
              </a:ext>
            </a:extLst>
          </p:cNvPr>
          <p:cNvSpPr>
            <a:spLocks noGrp="1"/>
          </p:cNvSpPr>
          <p:nvPr>
            <p:ph type="sldNum" sz="quarter" idx="14"/>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4691530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Picture 7">
            <a:extLst>
              <a:ext uri="{FF2B5EF4-FFF2-40B4-BE49-F238E27FC236}">
                <a16:creationId xmlns:a16="http://schemas.microsoft.com/office/drawing/2014/main" id="{998876DF-E006-4593-BB8F-D9ED68F0F3A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89189" y="260648"/>
            <a:ext cx="4024242" cy="1212215"/>
          </a:xfrm>
          <a:prstGeom prst="rect">
            <a:avLst/>
          </a:prstGeom>
        </p:spPr>
      </p:pic>
    </p:spTree>
    <p:extLst>
      <p:ext uri="{BB962C8B-B14F-4D97-AF65-F5344CB8AC3E}">
        <p14:creationId xmlns:p14="http://schemas.microsoft.com/office/powerpoint/2010/main" val="2558444589"/>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Picture 7">
            <a:extLst>
              <a:ext uri="{FF2B5EF4-FFF2-40B4-BE49-F238E27FC236}">
                <a16:creationId xmlns:a16="http://schemas.microsoft.com/office/drawing/2014/main" id="{38E54E64-0C53-4C58-9CCF-1BDC66BC5F1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7688" y="260032"/>
            <a:ext cx="4024242" cy="1212215"/>
          </a:xfrm>
          <a:prstGeom prst="rect">
            <a:avLst/>
          </a:prstGeom>
        </p:spPr>
      </p:pic>
    </p:spTree>
    <p:extLst>
      <p:ext uri="{BB962C8B-B14F-4D97-AF65-F5344CB8AC3E}">
        <p14:creationId xmlns:p14="http://schemas.microsoft.com/office/powerpoint/2010/main" val="38506563"/>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Picture 7">
            <a:extLst>
              <a:ext uri="{FF2B5EF4-FFF2-40B4-BE49-F238E27FC236}">
                <a16:creationId xmlns:a16="http://schemas.microsoft.com/office/drawing/2014/main" id="{319AF0EB-4460-4FFA-A8E1-2F74D0C402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89189" y="260648"/>
            <a:ext cx="4024242" cy="1212215"/>
          </a:xfrm>
          <a:prstGeom prst="rect">
            <a:avLst/>
          </a:prstGeom>
        </p:spPr>
      </p:pic>
    </p:spTree>
    <p:extLst>
      <p:ext uri="{BB962C8B-B14F-4D97-AF65-F5344CB8AC3E}">
        <p14:creationId xmlns:p14="http://schemas.microsoft.com/office/powerpoint/2010/main" val="2032476269"/>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9102042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7674589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7607959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4065049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0409213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70952461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8490320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84260400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09848858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140099686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816997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068601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5746172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2920221"/>
            <a:ext cx="4600375" cy="2287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GB" sz="900" kern="1200">
                <a:solidFill>
                  <a:schemeClr val="lt1"/>
                </a:solidFill>
                <a:effectLst/>
                <a:latin typeface="+mn-lt"/>
                <a:ea typeface="+mn-ea"/>
                <a:cs typeface="+mn-cs"/>
              </a:rPr>
              <a:t>As the digital innovation, consulting and transformation brand of the Capgemini Group, Capgemini Invent helps </a:t>
            </a:r>
            <a:r>
              <a:rPr lang="en-GB" sz="900" kern="1200" err="1">
                <a:solidFill>
                  <a:schemeClr val="lt1"/>
                </a:solidFill>
                <a:effectLst/>
                <a:latin typeface="+mn-lt"/>
                <a:ea typeface="+mn-ea"/>
                <a:cs typeface="+mn-cs"/>
              </a:rPr>
              <a:t>CxOs</a:t>
            </a:r>
            <a:r>
              <a:rPr lang="en-GB" sz="900" kern="1200">
                <a:solidFill>
                  <a:schemeClr val="lt1"/>
                </a:solidFill>
                <a:effectLst/>
                <a:latin typeface="+mn-lt"/>
                <a:ea typeface="+mn-ea"/>
                <a:cs typeface="+mn-cs"/>
              </a:rPr>
              <a:t> envision and build what’s next for their organizations. Located in more than 30 offices and 25 creative studios around the </a:t>
            </a:r>
            <a:r>
              <a:rPr lang="en-GB" sz="900" kern="1200" err="1">
                <a:solidFill>
                  <a:schemeClr val="lt1"/>
                </a:solidFill>
                <a:effectLst/>
                <a:latin typeface="+mn-lt"/>
                <a:ea typeface="+mn-ea"/>
                <a:cs typeface="+mn-cs"/>
              </a:rPr>
              <a:t>world,its</a:t>
            </a:r>
            <a:r>
              <a:rPr lang="en-GB" sz="900" kern="1200">
                <a:solidFill>
                  <a:schemeClr val="lt1"/>
                </a:solidFill>
                <a:effectLst/>
                <a:latin typeface="+mn-lt"/>
                <a:ea typeface="+mn-ea"/>
                <a:cs typeface="+mn-cs"/>
              </a:rPr>
              <a:t> 7,000+ strong team combines strategy, technology, data science and creative design with deep industry expertise and insights, to develop new digital solutions and business models</a:t>
            </a:r>
            <a:br>
              <a:rPr lang="en-GB" sz="900" kern="1200">
                <a:solidFill>
                  <a:schemeClr val="lt1"/>
                </a:solidFill>
                <a:effectLst/>
                <a:latin typeface="+mn-lt"/>
                <a:ea typeface="+mn-ea"/>
                <a:cs typeface="+mn-cs"/>
              </a:rPr>
            </a:br>
            <a:r>
              <a:rPr lang="en-GB" sz="900" kern="1200">
                <a:solidFill>
                  <a:schemeClr val="lt1"/>
                </a:solidFill>
                <a:effectLst/>
                <a:latin typeface="+mn-lt"/>
                <a:ea typeface="+mn-ea"/>
                <a:cs typeface="+mn-cs"/>
              </a:rPr>
              <a:t>of the future.</a:t>
            </a:r>
            <a:endParaRPr lang="en-US" sz="900" kern="1200">
              <a:solidFill>
                <a:schemeClr val="lt1"/>
              </a:solidFill>
              <a:effectLst/>
              <a:latin typeface="+mn-lt"/>
              <a:ea typeface="+mn-ea"/>
              <a:cs typeface="+mn-cs"/>
            </a:endParaRPr>
          </a:p>
          <a:p>
            <a:pPr algn="just"/>
            <a:r>
              <a:rPr lang="en-GB" sz="900" b="1" i="1" kern="1200">
                <a:solidFill>
                  <a:schemeClr val="lt1"/>
                </a:solidFill>
                <a:effectLst/>
                <a:latin typeface="+mn-lt"/>
                <a:ea typeface="+mn-ea"/>
                <a:cs typeface="+mn-cs"/>
              </a:rPr>
              <a:t> </a:t>
            </a:r>
            <a:endParaRPr lang="en-US" sz="900" kern="1200">
              <a:solidFill>
                <a:schemeClr val="lt1"/>
              </a:solidFill>
              <a:effectLst/>
              <a:latin typeface="+mn-lt"/>
              <a:ea typeface="+mn-ea"/>
              <a:cs typeface="+mn-cs"/>
            </a:endParaRPr>
          </a:p>
          <a:p>
            <a:pPr algn="just"/>
            <a:r>
              <a:rPr lang="en-GB" sz="900" kern="1200">
                <a:solidFill>
                  <a:schemeClr val="lt1"/>
                </a:solidFill>
                <a:effectLst/>
                <a:latin typeface="+mn-lt"/>
                <a:ea typeface="+mn-ea"/>
                <a:cs typeface="+mn-cs"/>
              </a:rPr>
              <a:t>Capgemini Invent is an integral part of Capgemini,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a:t>
            </a:r>
            <a:r>
              <a:rPr lang="en-GB" sz="900" kern="1200" err="1">
                <a:solidFill>
                  <a:schemeClr val="lt1"/>
                </a:solidFill>
                <a:effectLst/>
                <a:latin typeface="+mn-lt"/>
                <a:ea typeface="+mn-ea"/>
                <a:cs typeface="+mn-cs"/>
              </a:rPr>
              <a:t>fueled</a:t>
            </a:r>
            <a:r>
              <a:rPr lang="en-GB" sz="900" kern="1200">
                <a:solidFill>
                  <a:schemeClr val="lt1"/>
                </a:solidFill>
                <a:effectLst/>
                <a:latin typeface="+mn-lt"/>
                <a:ea typeface="+mn-ea"/>
                <a:cs typeface="+mn-cs"/>
              </a:rPr>
              <a:t> by the fast evolving and innovative world of cloud, data, AI, connectivity, software, digital engineering and platforms. The Group reported in 2020 global revenues of €16 billion.</a:t>
            </a:r>
            <a:endParaRPr lang="en-US" sz="900" kern="1200">
              <a:solidFill>
                <a:schemeClr val="lt1"/>
              </a:solidFill>
              <a:effectLst/>
              <a:latin typeface="+mn-lt"/>
              <a:ea typeface="+mn-ea"/>
              <a:cs typeface="+mn-cs"/>
            </a:endParaRPr>
          </a:p>
        </p:txBody>
      </p:sp>
      <p:sp>
        <p:nvSpPr>
          <p:cNvPr id="15" name="Rectangle 14"/>
          <p:cNvSpPr/>
          <p:nvPr/>
        </p:nvSpPr>
        <p:spPr>
          <a:xfrm>
            <a:off x="6536184" y="2540957"/>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 Invent</a:t>
            </a:r>
          </a:p>
        </p:txBody>
      </p:sp>
      <p:sp>
        <p:nvSpPr>
          <p:cNvPr id="16" name="Rectangle 15"/>
          <p:cNvSpPr/>
          <p:nvPr/>
        </p:nvSpPr>
        <p:spPr>
          <a:xfrm>
            <a:off x="6536184" y="5301208"/>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www.capgemini.com/invent</a:t>
            </a:r>
          </a:p>
        </p:txBody>
      </p:sp>
      <p:pic>
        <p:nvPicPr>
          <p:cNvPr id="13" name="Picture 7">
            <a:extLst>
              <a:ext uri="{FF2B5EF4-FFF2-40B4-BE49-F238E27FC236}">
                <a16:creationId xmlns:a16="http://schemas.microsoft.com/office/drawing/2014/main" id="{F9B42E50-405D-4320-932D-4A5EAD8D82B2}"/>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61107" y="533779"/>
            <a:ext cx="4024242" cy="1212215"/>
          </a:xfrm>
          <a:prstGeom prst="rect">
            <a:avLst/>
          </a:prstGeom>
        </p:spPr>
      </p:pic>
    </p:spTree>
    <p:extLst>
      <p:ext uri="{BB962C8B-B14F-4D97-AF65-F5344CB8AC3E}">
        <p14:creationId xmlns:p14="http://schemas.microsoft.com/office/powerpoint/2010/main" val="576431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32214" y="156218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48" name="Rectangle 47"/>
          <p:cNvSpPr/>
          <p:nvPr/>
        </p:nvSpPr>
        <p:spPr>
          <a:xfrm>
            <a:off x="426523" y="1068313"/>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06831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06831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32238"/>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32238"/>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3669778"/>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sp>
        <p:nvSpPr>
          <p:cNvPr id="24" name="Rectangle 23">
            <a:extLst>
              <a:ext uri="{FF2B5EF4-FFF2-40B4-BE49-F238E27FC236}">
                <a16:creationId xmlns:a16="http://schemas.microsoft.com/office/drawing/2014/main" id="{4A111039-914C-4DB4-9DF3-DF6AF113071A}"/>
              </a:ext>
            </a:extLst>
          </p:cNvPr>
          <p:cNvSpPr/>
          <p:nvPr userDrawn="1"/>
        </p:nvSpPr>
        <p:spPr>
          <a:xfrm>
            <a:off x="428633" y="1446176"/>
            <a:ext cx="4732250" cy="2287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GB" sz="900" kern="1200">
                <a:solidFill>
                  <a:schemeClr val="lt1"/>
                </a:solidFill>
                <a:effectLst/>
                <a:latin typeface="+mn-lt"/>
                <a:ea typeface="+mn-ea"/>
                <a:cs typeface="+mn-cs"/>
              </a:rPr>
              <a:t>As the digital innovation, consulting and transformation brand of the Capgemini Group, Capgemini Invent helps </a:t>
            </a:r>
            <a:r>
              <a:rPr lang="en-GB" sz="900" kern="1200" err="1">
                <a:solidFill>
                  <a:schemeClr val="lt1"/>
                </a:solidFill>
                <a:effectLst/>
                <a:latin typeface="+mn-lt"/>
                <a:ea typeface="+mn-ea"/>
                <a:cs typeface="+mn-cs"/>
              </a:rPr>
              <a:t>CxOs</a:t>
            </a:r>
            <a:r>
              <a:rPr lang="en-GB" sz="900" kern="1200">
                <a:solidFill>
                  <a:schemeClr val="lt1"/>
                </a:solidFill>
                <a:effectLst/>
                <a:latin typeface="+mn-lt"/>
                <a:ea typeface="+mn-ea"/>
                <a:cs typeface="+mn-cs"/>
              </a:rPr>
              <a:t> envision and build what’s next for their organizations. Located in more than 30 offices and 25 creative studios around the </a:t>
            </a:r>
            <a:r>
              <a:rPr lang="en-GB" sz="900" kern="1200" err="1">
                <a:solidFill>
                  <a:schemeClr val="lt1"/>
                </a:solidFill>
                <a:effectLst/>
                <a:latin typeface="+mn-lt"/>
                <a:ea typeface="+mn-ea"/>
                <a:cs typeface="+mn-cs"/>
              </a:rPr>
              <a:t>world,its</a:t>
            </a:r>
            <a:r>
              <a:rPr lang="en-GB" sz="900" kern="1200">
                <a:solidFill>
                  <a:schemeClr val="lt1"/>
                </a:solidFill>
                <a:effectLst/>
                <a:latin typeface="+mn-lt"/>
                <a:ea typeface="+mn-ea"/>
                <a:cs typeface="+mn-cs"/>
              </a:rPr>
              <a:t> 7,000+ strong team combines strategy, technology, data science and creative design with deep industry expertise and insights, to develop new digital solutions and business models of the future.</a:t>
            </a:r>
            <a:endParaRPr lang="en-US" sz="900" kern="1200">
              <a:solidFill>
                <a:schemeClr val="lt1"/>
              </a:solidFill>
              <a:effectLst/>
              <a:latin typeface="+mn-lt"/>
              <a:ea typeface="+mn-ea"/>
              <a:cs typeface="+mn-cs"/>
            </a:endParaRPr>
          </a:p>
          <a:p>
            <a:pPr algn="just"/>
            <a:r>
              <a:rPr lang="en-GB" sz="900" b="1" i="1" kern="1200">
                <a:solidFill>
                  <a:schemeClr val="lt1"/>
                </a:solidFill>
                <a:effectLst/>
                <a:latin typeface="+mn-lt"/>
                <a:ea typeface="+mn-ea"/>
                <a:cs typeface="+mn-cs"/>
              </a:rPr>
              <a:t> </a:t>
            </a:r>
            <a:endParaRPr lang="en-US" sz="900" kern="1200">
              <a:solidFill>
                <a:schemeClr val="lt1"/>
              </a:solidFill>
              <a:effectLst/>
              <a:latin typeface="+mn-lt"/>
              <a:ea typeface="+mn-ea"/>
              <a:cs typeface="+mn-cs"/>
            </a:endParaRPr>
          </a:p>
          <a:p>
            <a:pPr algn="just"/>
            <a:r>
              <a:rPr lang="en-GB" sz="900" kern="1200">
                <a:solidFill>
                  <a:schemeClr val="lt1"/>
                </a:solidFill>
                <a:effectLst/>
                <a:latin typeface="+mn-lt"/>
                <a:ea typeface="+mn-ea"/>
                <a:cs typeface="+mn-cs"/>
              </a:rPr>
              <a:t>Capgemini Invent is an integral part of Capgemini,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a:t>
            </a:r>
            <a:r>
              <a:rPr lang="en-GB" sz="900" kern="1200" err="1">
                <a:solidFill>
                  <a:schemeClr val="lt1"/>
                </a:solidFill>
                <a:effectLst/>
                <a:latin typeface="+mn-lt"/>
                <a:ea typeface="+mn-ea"/>
                <a:cs typeface="+mn-cs"/>
              </a:rPr>
              <a:t>fueled</a:t>
            </a:r>
            <a:r>
              <a:rPr lang="en-GB" sz="900" kern="1200">
                <a:solidFill>
                  <a:schemeClr val="lt1"/>
                </a:solidFill>
                <a:effectLst/>
                <a:latin typeface="+mn-lt"/>
                <a:ea typeface="+mn-ea"/>
                <a:cs typeface="+mn-cs"/>
              </a:rPr>
              <a:t> by the fast evolving and innovative world of cloud, data, AI, connectivity, software, digital engineering and platforms. The Group reported in 2020 global revenues of €16 billion.</a:t>
            </a:r>
            <a:endParaRPr lang="en-US" sz="900" kern="1200">
              <a:solidFill>
                <a:schemeClr val="lt1"/>
              </a:solidFill>
              <a:effectLst/>
              <a:latin typeface="+mn-lt"/>
              <a:ea typeface="+mn-ea"/>
              <a:cs typeface="+mn-cs"/>
            </a:endParaRPr>
          </a:p>
        </p:txBody>
      </p:sp>
      <p:sp>
        <p:nvSpPr>
          <p:cNvPr id="25" name="Rectangle 24">
            <a:extLst>
              <a:ext uri="{FF2B5EF4-FFF2-40B4-BE49-F238E27FC236}">
                <a16:creationId xmlns:a16="http://schemas.microsoft.com/office/drawing/2014/main" id="{70346E06-447F-4987-8A70-EF682B77014F}"/>
              </a:ext>
            </a:extLst>
          </p:cNvPr>
          <p:cNvSpPr/>
          <p:nvPr userDrawn="1"/>
        </p:nvSpPr>
        <p:spPr>
          <a:xfrm>
            <a:off x="428632" y="1066912"/>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 Invent</a:t>
            </a:r>
          </a:p>
        </p:txBody>
      </p:sp>
      <p:pic>
        <p:nvPicPr>
          <p:cNvPr id="26" name="Picture 7">
            <a:extLst>
              <a:ext uri="{FF2B5EF4-FFF2-40B4-BE49-F238E27FC236}">
                <a16:creationId xmlns:a16="http://schemas.microsoft.com/office/drawing/2014/main" id="{771E6B48-4DF0-43D5-A92F-C861B5F0CB21}"/>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7765515" y="5383762"/>
            <a:ext cx="4024242" cy="1212215"/>
          </a:xfrm>
          <a:prstGeom prst="rect">
            <a:avLst/>
          </a:prstGeom>
        </p:spPr>
      </p:pic>
    </p:spTree>
    <p:extLst>
      <p:ext uri="{BB962C8B-B14F-4D97-AF65-F5344CB8AC3E}">
        <p14:creationId xmlns:p14="http://schemas.microsoft.com/office/powerpoint/2010/main" val="33744783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Picture 7">
            <a:extLst>
              <a:ext uri="{FF2B5EF4-FFF2-40B4-BE49-F238E27FC236}">
                <a16:creationId xmlns:a16="http://schemas.microsoft.com/office/drawing/2014/main" id="{F2A899A2-5662-40A6-B2F6-F6BFA41348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107" y="533779"/>
            <a:ext cx="4024242" cy="1212215"/>
          </a:xfrm>
          <a:prstGeom prst="rect">
            <a:avLst/>
          </a:prstGeom>
        </p:spPr>
      </p:pic>
    </p:spTree>
    <p:extLst>
      <p:ext uri="{BB962C8B-B14F-4D97-AF65-F5344CB8AC3E}">
        <p14:creationId xmlns:p14="http://schemas.microsoft.com/office/powerpoint/2010/main" val="3284052794"/>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_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550200" y="0"/>
            <a:ext cx="11091600" cy="1104900"/>
          </a:xfrm>
        </p:spPr>
        <p:txBody>
          <a:bodyPr tIns="180000"/>
          <a:lstStyle>
            <a:lvl1pPr>
              <a:spcBef>
                <a:spcPts val="0"/>
              </a:spcBef>
              <a:defRPr spc="200" baseline="0"/>
            </a:lvl1pPr>
          </a:lstStyle>
          <a:p>
            <a:r>
              <a:rPr lang="en-US"/>
              <a:t>Click to edit Master title style</a:t>
            </a:r>
            <a:endParaRPr lang="en-GB"/>
          </a:p>
        </p:txBody>
      </p:sp>
      <p:sp>
        <p:nvSpPr>
          <p:cNvPr id="5" name="Espace réservé du texte 4"/>
          <p:cNvSpPr>
            <a:spLocks noGrp="1"/>
          </p:cNvSpPr>
          <p:nvPr>
            <p:ph type="body" sz="quarter" idx="11" hasCustomPrompt="1"/>
          </p:nvPr>
        </p:nvSpPr>
        <p:spPr>
          <a:xfrm>
            <a:off x="550200" y="1148607"/>
            <a:ext cx="11091600" cy="504056"/>
          </a:xfrm>
          <a:prstGeom prst="rect">
            <a:avLst/>
          </a:prstGeom>
        </p:spPr>
        <p:txBody>
          <a:bodyPr>
            <a:normAutofit/>
          </a:bodyPr>
          <a:lstStyle>
            <a:lvl1pPr>
              <a:spcBef>
                <a:spcPts val="0"/>
              </a:spcBef>
              <a:defRPr sz="2200" spc="-110" baseline="0">
                <a:solidFill>
                  <a:schemeClr val="accent1"/>
                </a:solidFill>
              </a:defRPr>
            </a:lvl1pPr>
          </a:lstStyle>
          <a:p>
            <a:pPr lvl="0"/>
            <a:r>
              <a:rPr lang="en-US"/>
              <a:t>Click to edit Master subtitle styles</a:t>
            </a:r>
          </a:p>
        </p:txBody>
      </p:sp>
    </p:spTree>
    <p:extLst>
      <p:ext uri="{BB962C8B-B14F-4D97-AF65-F5344CB8AC3E}">
        <p14:creationId xmlns:p14="http://schemas.microsoft.com/office/powerpoint/2010/main" val="376263942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8_Vide">
    <p:bg>
      <p:bgPr>
        <a:solidFill>
          <a:schemeClr val="tx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87510861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Blank-White">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4654204"/>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4_Blank-White">
    <p:spTree>
      <p:nvGrpSpPr>
        <p:cNvPr id="1" name=""/>
        <p:cNvGrpSpPr/>
        <p:nvPr/>
      </p:nvGrpSpPr>
      <p:grpSpPr>
        <a:xfrm>
          <a:off x="0" y="0"/>
          <a:ext cx="0" cy="0"/>
          <a:chOff x="0" y="0"/>
          <a:chExt cx="0" cy="0"/>
        </a:xfrm>
      </p:grpSpPr>
      <p:sp>
        <p:nvSpPr>
          <p:cNvPr id="2" name="Rectangle 1"/>
          <p:cNvSpPr/>
          <p:nvPr userDrawn="1"/>
        </p:nvSpPr>
        <p:spPr>
          <a:xfrm>
            <a:off x="1" y="2000250"/>
            <a:ext cx="3177540" cy="4857750"/>
          </a:xfrm>
          <a:custGeom>
            <a:avLst/>
            <a:gdLst>
              <a:gd name="connsiteX0" fmla="*/ 0 w 3177540"/>
              <a:gd name="connsiteY0" fmla="*/ 0 h 4857750"/>
              <a:gd name="connsiteX1" fmla="*/ 3177540 w 3177540"/>
              <a:gd name="connsiteY1" fmla="*/ 0 h 4857750"/>
              <a:gd name="connsiteX2" fmla="*/ 3177540 w 3177540"/>
              <a:gd name="connsiteY2" fmla="*/ 4857750 h 4857750"/>
              <a:gd name="connsiteX3" fmla="*/ 0 w 3177540"/>
              <a:gd name="connsiteY3" fmla="*/ 4857750 h 4857750"/>
              <a:gd name="connsiteX4" fmla="*/ 0 w 3177540"/>
              <a:gd name="connsiteY4" fmla="*/ 0 h 4857750"/>
              <a:gd name="connsiteX0" fmla="*/ 0 w 3177540"/>
              <a:gd name="connsiteY0" fmla="*/ 0 h 4857750"/>
              <a:gd name="connsiteX1" fmla="*/ 3177540 w 3177540"/>
              <a:gd name="connsiteY1" fmla="*/ 0 h 4857750"/>
              <a:gd name="connsiteX2" fmla="*/ 3177540 w 3177540"/>
              <a:gd name="connsiteY2" fmla="*/ 4857750 h 4857750"/>
              <a:gd name="connsiteX3" fmla="*/ 0 w 3177540"/>
              <a:gd name="connsiteY3" fmla="*/ 4857750 h 4857750"/>
              <a:gd name="connsiteX4" fmla="*/ 0 w 3177540"/>
              <a:gd name="connsiteY4" fmla="*/ 0 h 4857750"/>
              <a:gd name="connsiteX0" fmla="*/ 0 w 3177540"/>
              <a:gd name="connsiteY0" fmla="*/ 0 h 4857750"/>
              <a:gd name="connsiteX1" fmla="*/ 3177540 w 3177540"/>
              <a:gd name="connsiteY1" fmla="*/ 0 h 4857750"/>
              <a:gd name="connsiteX2" fmla="*/ 3177539 w 3177540"/>
              <a:gd name="connsiteY2" fmla="*/ 87630 h 4857750"/>
              <a:gd name="connsiteX3" fmla="*/ 3177540 w 3177540"/>
              <a:gd name="connsiteY3" fmla="*/ 4857750 h 4857750"/>
              <a:gd name="connsiteX4" fmla="*/ 0 w 3177540"/>
              <a:gd name="connsiteY4" fmla="*/ 4857750 h 4857750"/>
              <a:gd name="connsiteX5" fmla="*/ 0 w 3177540"/>
              <a:gd name="connsiteY5" fmla="*/ 0 h 4857750"/>
              <a:gd name="connsiteX0" fmla="*/ 0 w 3177540"/>
              <a:gd name="connsiteY0" fmla="*/ 0 h 4857750"/>
              <a:gd name="connsiteX1" fmla="*/ 3177539 w 3177540"/>
              <a:gd name="connsiteY1" fmla="*/ 87630 h 4857750"/>
              <a:gd name="connsiteX2" fmla="*/ 3177540 w 3177540"/>
              <a:gd name="connsiteY2" fmla="*/ 4857750 h 4857750"/>
              <a:gd name="connsiteX3" fmla="*/ 0 w 3177540"/>
              <a:gd name="connsiteY3" fmla="*/ 4857750 h 4857750"/>
              <a:gd name="connsiteX4" fmla="*/ 0 w 3177540"/>
              <a:gd name="connsiteY4" fmla="*/ 0 h 4857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77540" h="4857750">
                <a:moveTo>
                  <a:pt x="0" y="0"/>
                </a:moveTo>
                <a:lnTo>
                  <a:pt x="3177539" y="87630"/>
                </a:lnTo>
                <a:cubicBezTo>
                  <a:pt x="3177539" y="1677670"/>
                  <a:pt x="3177540" y="3267710"/>
                  <a:pt x="3177540" y="4857750"/>
                </a:cubicBezTo>
                <a:lnTo>
                  <a:pt x="0" y="4857750"/>
                </a:lnTo>
                <a:lnTo>
                  <a:pt x="0"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rgbClr val="000000"/>
              </a:solidFill>
            </a:endParaRPr>
          </a:p>
        </p:txBody>
      </p:sp>
      <p:sp>
        <p:nvSpPr>
          <p:cNvPr id="17" name="Freeform 61"/>
          <p:cNvSpPr>
            <a:spLocks/>
          </p:cNvSpPr>
          <p:nvPr userDrawn="1"/>
        </p:nvSpPr>
        <p:spPr bwMode="auto">
          <a:xfrm rot="5400000">
            <a:off x="-9863" y="9864"/>
            <a:ext cx="3201075" cy="3181349"/>
          </a:xfrm>
          <a:custGeom>
            <a:avLst/>
            <a:gdLst>
              <a:gd name="T0" fmla="*/ 302 w 477"/>
              <a:gd name="T1" fmla="*/ 475 h 475"/>
              <a:gd name="T2" fmla="*/ 311 w 477"/>
              <a:gd name="T3" fmla="*/ 0 h 475"/>
              <a:gd name="T4" fmla="*/ 0 w 477"/>
              <a:gd name="T5" fmla="*/ 77 h 475"/>
              <a:gd name="T6" fmla="*/ 0 w 477"/>
              <a:gd name="T7" fmla="*/ 475 h 475"/>
              <a:gd name="T8" fmla="*/ 302 w 477"/>
              <a:gd name="T9" fmla="*/ 475 h 475"/>
            </a:gdLst>
            <a:ahLst/>
            <a:cxnLst>
              <a:cxn ang="0">
                <a:pos x="T0" y="T1"/>
              </a:cxn>
              <a:cxn ang="0">
                <a:pos x="T2" y="T3"/>
              </a:cxn>
              <a:cxn ang="0">
                <a:pos x="T4" y="T5"/>
              </a:cxn>
              <a:cxn ang="0">
                <a:pos x="T6" y="T7"/>
              </a:cxn>
              <a:cxn ang="0">
                <a:pos x="T8" y="T9"/>
              </a:cxn>
            </a:cxnLst>
            <a:rect l="0" t="0" r="r" b="b"/>
            <a:pathLst>
              <a:path w="477" h="475">
                <a:moveTo>
                  <a:pt x="302" y="475"/>
                </a:moveTo>
                <a:cubicBezTo>
                  <a:pt x="452" y="240"/>
                  <a:pt x="477" y="100"/>
                  <a:pt x="311" y="0"/>
                </a:cubicBezTo>
                <a:cubicBezTo>
                  <a:pt x="130" y="98"/>
                  <a:pt x="42" y="99"/>
                  <a:pt x="0" y="77"/>
                </a:cubicBezTo>
                <a:cubicBezTo>
                  <a:pt x="0" y="475"/>
                  <a:pt x="0" y="475"/>
                  <a:pt x="0" y="475"/>
                </a:cubicBezTo>
                <a:lnTo>
                  <a:pt x="302" y="475"/>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9" name="Retângulo 43">
            <a:extLst>
              <a:ext uri="{FF2B5EF4-FFF2-40B4-BE49-F238E27FC236}">
                <a16:creationId xmlns:a16="http://schemas.microsoft.com/office/drawing/2014/main" id="{834ADCB4-BFB1-450D-8F6D-64217F4CD92C}"/>
              </a:ext>
            </a:extLst>
          </p:cNvPr>
          <p:cNvSpPr/>
          <p:nvPr userDrawn="1"/>
        </p:nvSpPr>
        <p:spPr>
          <a:xfrm>
            <a:off x="9968314" y="6629091"/>
            <a:ext cx="2223686" cy="219456"/>
          </a:xfrm>
          <a:prstGeom prst="rect">
            <a:avLst/>
          </a:prstGeom>
        </p:spPr>
        <p:txBody>
          <a:bodyPr wrap="none" lIns="0" tIns="0" rIns="0" bIns="0" anchor="ctr">
            <a:noAutofit/>
          </a:bodyPr>
          <a:lstStyle/>
          <a:p>
            <a:r>
              <a:rPr lang="en-US" sz="800">
                <a:solidFill>
                  <a:srgbClr val="EDEDED">
                    <a:lumMod val="50000"/>
                  </a:srgbClr>
                </a:solidFill>
                <a:cs typeface="Arial" panose="020B0604020202020204" pitchFamily="34" charset="0"/>
              </a:rPr>
              <a:t>© 2020 Capgemini. All rights reserved.</a:t>
            </a:r>
          </a:p>
        </p:txBody>
      </p:sp>
      <p:sp>
        <p:nvSpPr>
          <p:cNvPr id="6"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0698162" cy="863600"/>
          </a:xfrm>
          <a:prstGeom prst="rect">
            <a:avLst/>
          </a:prstGeom>
        </p:spPr>
        <p:txBody>
          <a:bodyPr vert="horz" lIns="0" tIns="0" rIns="0" bIns="0" rtlCol="0" anchor="t">
            <a:normAutofit/>
          </a:bodyPr>
          <a:lstStyle>
            <a:lvl1pPr>
              <a:defRPr lang="pt-PT" dirty="0">
                <a:solidFill>
                  <a:schemeClr val="tx1"/>
                </a:solidFill>
              </a:defRPr>
            </a:lvl1pPr>
          </a:lstStyle>
          <a:p>
            <a:pPr lvl="0">
              <a:lnSpc>
                <a:spcPts val="3000"/>
              </a:lnSpc>
            </a:pPr>
            <a:r>
              <a:rPr lang="en-US"/>
              <a:t>Click to add title</a:t>
            </a:r>
            <a:endParaRPr lang="pt-PT"/>
          </a:p>
        </p:txBody>
      </p:sp>
      <p:pic>
        <p:nvPicPr>
          <p:cNvPr id="16"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81836" t="-4713" b="16530"/>
          <a:stretch/>
        </p:blipFill>
        <p:spPr>
          <a:xfrm>
            <a:off x="11547793" y="188640"/>
            <a:ext cx="424356" cy="459624"/>
          </a:xfrm>
          <a:prstGeom prst="rect">
            <a:avLst/>
          </a:prstGeom>
        </p:spPr>
      </p:pic>
      <p:sp>
        <p:nvSpPr>
          <p:cNvPr id="8" name="Retângulo 43">
            <a:extLst>
              <a:ext uri="{FF2B5EF4-FFF2-40B4-BE49-F238E27FC236}">
                <a16:creationId xmlns:a16="http://schemas.microsoft.com/office/drawing/2014/main" id="{834ADCB4-BFB1-450D-8F6D-64217F4CD92C}"/>
              </a:ext>
            </a:extLst>
          </p:cNvPr>
          <p:cNvSpPr/>
          <p:nvPr userDrawn="1"/>
        </p:nvSpPr>
        <p:spPr>
          <a:xfrm>
            <a:off x="10272464" y="6518633"/>
            <a:ext cx="2223686" cy="219456"/>
          </a:xfrm>
          <a:prstGeom prst="rect">
            <a:avLst/>
          </a:prstGeom>
        </p:spPr>
        <p:txBody>
          <a:bodyPr wrap="none" lIns="0" tIns="0" rIns="0" bIns="0" anchor="ctr">
            <a:noAutofit/>
          </a:bodyPr>
          <a:lstStyle/>
          <a:p>
            <a:r>
              <a:rPr lang="en-US" sz="800">
                <a:solidFill>
                  <a:srgbClr val="EDEDED">
                    <a:lumMod val="50000"/>
                  </a:srgbClr>
                </a:solidFill>
                <a:cs typeface="Arial" panose="020B0604020202020204" pitchFamily="34" charset="0"/>
              </a:rPr>
              <a:t>Insights &amp; Data References </a:t>
            </a:r>
          </a:p>
        </p:txBody>
      </p:sp>
    </p:spTree>
    <p:extLst>
      <p:ext uri="{BB962C8B-B14F-4D97-AF65-F5344CB8AC3E}">
        <p14:creationId xmlns:p14="http://schemas.microsoft.com/office/powerpoint/2010/main" val="208278973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Master Slide">
    <p:spTree>
      <p:nvGrpSpPr>
        <p:cNvPr id="1" name=""/>
        <p:cNvGrpSpPr/>
        <p:nvPr/>
      </p:nvGrpSpPr>
      <p:grpSpPr>
        <a:xfrm>
          <a:off x="0" y="0"/>
          <a:ext cx="0" cy="0"/>
          <a:chOff x="0" y="0"/>
          <a:chExt cx="0" cy="0"/>
        </a:xfrm>
      </p:grpSpPr>
      <p:sp>
        <p:nvSpPr>
          <p:cNvPr id="3" name="Titre 2"/>
          <p:cNvSpPr>
            <a:spLocks noGrp="1"/>
          </p:cNvSpPr>
          <p:nvPr>
            <p:ph type="title" hasCustomPrompt="1"/>
          </p:nvPr>
        </p:nvSpPr>
        <p:spPr/>
        <p:txBody>
          <a:bodyPr/>
          <a:lstStyle>
            <a:lvl1pPr>
              <a:defRPr/>
            </a:lvl1pPr>
          </a:lstStyle>
          <a:p>
            <a:r>
              <a:rPr lang="fr-FR"/>
              <a:t>Click to insert </a:t>
            </a:r>
            <a:r>
              <a:rPr lang="en-US" noProof="0"/>
              <a:t>title</a:t>
            </a:r>
          </a:p>
        </p:txBody>
      </p:sp>
      <p:sp>
        <p:nvSpPr>
          <p:cNvPr id="4" name="Text Placeholder 3"/>
          <p:cNvSpPr>
            <a:spLocks noGrp="1"/>
          </p:cNvSpPr>
          <p:nvPr>
            <p:ph type="body" sz="quarter" idx="10"/>
          </p:nvPr>
        </p:nvSpPr>
        <p:spPr>
          <a:xfrm>
            <a:off x="227348" y="1476000"/>
            <a:ext cx="11700000" cy="49407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7628844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5B15895-2835-468A-AD6E-B8C687DB6771}"/>
              </a:ext>
            </a:extLst>
          </p:cNvPr>
          <p:cNvSpPr>
            <a:spLocks noGrp="1"/>
          </p:cNvSpPr>
          <p:nvPr>
            <p:ph type="title"/>
          </p:nvPr>
        </p:nvSpPr>
        <p:spPr/>
        <p:txBody>
          <a:bodyPr/>
          <a:lstStyle/>
          <a:p>
            <a:r>
              <a:rPr lang="en-US"/>
              <a:t>Click to edit Master title style</a:t>
            </a:r>
            <a:endParaRPr lang="de-DE"/>
          </a:p>
        </p:txBody>
      </p:sp>
      <p:sp>
        <p:nvSpPr>
          <p:cNvPr id="9" name="Footer Placeholder 8">
            <a:extLst>
              <a:ext uri="{FF2B5EF4-FFF2-40B4-BE49-F238E27FC236}">
                <a16:creationId xmlns:a16="http://schemas.microsoft.com/office/drawing/2014/main" id="{DF043893-7D07-4DC1-B331-74CD30E059D3}"/>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1" name="Date Placeholder 2">
            <a:extLst>
              <a:ext uri="{FF2B5EF4-FFF2-40B4-BE49-F238E27FC236}">
                <a16:creationId xmlns:a16="http://schemas.microsoft.com/office/drawing/2014/main" id="{4B88ABF7-608E-4C16-B6B3-F174C9B45007}"/>
              </a:ext>
            </a:extLst>
          </p:cNvPr>
          <p:cNvSpPr>
            <a:spLocks noGrp="1"/>
          </p:cNvSpPr>
          <p:nvPr>
            <p:ph type="dt" sz="half" idx="12"/>
          </p:nvPr>
        </p:nvSpPr>
        <p:spPr>
          <a:xfrm>
            <a:off x="9192344" y="6650661"/>
            <a:ext cx="2119242" cy="123111"/>
          </a:xfrm>
        </p:spPr>
        <p:txBody>
          <a:bodyPr/>
          <a:lstStyle>
            <a:lvl1pPr algn="r">
              <a:defRPr/>
            </a:lvl1pPr>
          </a:lstStyle>
          <a:p>
            <a:pPr>
              <a:spcBef>
                <a:spcPts val="1000"/>
              </a:spcBef>
              <a:buFont typeface="Arial" panose="020B0604020202020204" pitchFamily="34" charset="0"/>
              <a:buNone/>
            </a:pPr>
            <a:endParaRPr lang="en-US"/>
          </a:p>
        </p:txBody>
      </p:sp>
      <p:sp>
        <p:nvSpPr>
          <p:cNvPr id="12" name="Slide Number Placeholder 5">
            <a:extLst>
              <a:ext uri="{FF2B5EF4-FFF2-40B4-BE49-F238E27FC236}">
                <a16:creationId xmlns:a16="http://schemas.microsoft.com/office/drawing/2014/main" id="{EFBE8E09-DC2E-423F-AB05-42B61EE8A325}"/>
              </a:ext>
            </a:extLst>
          </p:cNvPr>
          <p:cNvSpPr>
            <a:spLocks noGrp="1"/>
          </p:cNvSpPr>
          <p:nvPr>
            <p:ph type="sldNum" sz="quarter" idx="14"/>
          </p:nvPr>
        </p:nvSpPr>
        <p:spPr>
          <a:xfrm>
            <a:off x="11407951" y="6650661"/>
            <a:ext cx="232665" cy="123111"/>
          </a:xfrm>
        </p:spPr>
        <p:txBody>
          <a:bodyPr/>
          <a:lstStyle>
            <a:lvl1pPr algn="r">
              <a:defRPr/>
            </a:lvl1pPr>
          </a:lstStyle>
          <a:p>
            <a:endParaRPr lang="en-US"/>
          </a:p>
        </p:txBody>
      </p:sp>
    </p:spTree>
    <p:extLst>
      <p:ext uri="{BB962C8B-B14F-4D97-AF65-F5344CB8AC3E}">
        <p14:creationId xmlns:p14="http://schemas.microsoft.com/office/powerpoint/2010/main" val="31425001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itle Subtitle purpl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5A2C679-E7AE-4572-9CA0-64B08DD9166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1999" cy="6858000"/>
          </a:xfrm>
          <a:prstGeom prst="rect">
            <a:avLst/>
          </a:prstGeom>
        </p:spPr>
      </p:pic>
      <p:sp>
        <p:nvSpPr>
          <p:cNvPr id="7" name="Rectangle 6">
            <a:extLst>
              <a:ext uri="{FF2B5EF4-FFF2-40B4-BE49-F238E27FC236}">
                <a16:creationId xmlns:a16="http://schemas.microsoft.com/office/drawing/2014/main" id="{94F39754-3A69-4981-8D34-1599F6877057}"/>
              </a:ext>
            </a:extLst>
          </p:cNvPr>
          <p:cNvSpPr/>
          <p:nvPr userDrawn="1"/>
        </p:nvSpPr>
        <p:spPr>
          <a:xfrm rot="5400000">
            <a:off x="2667001" y="-2667000"/>
            <a:ext cx="6858001" cy="12192001"/>
          </a:xfrm>
          <a:prstGeom prst="rect">
            <a:avLst/>
          </a:prstGeom>
          <a:gradFill>
            <a:gsLst>
              <a:gs pos="0">
                <a:schemeClr val="tx1">
                  <a:alpha val="63000"/>
                </a:schemeClr>
              </a:gs>
              <a:gs pos="100000">
                <a:schemeClr val="tx1">
                  <a:alpha val="86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37">
            <a:extLst>
              <a:ext uri="{FF2B5EF4-FFF2-40B4-BE49-F238E27FC236}">
                <a16:creationId xmlns:a16="http://schemas.microsoft.com/office/drawing/2014/main" id="{2EC2DF4B-FE68-4F57-A0DC-24BA1EB7DEAF}"/>
              </a:ext>
            </a:extLst>
          </p:cNvPr>
          <p:cNvGrpSpPr/>
          <p:nvPr userDrawn="1"/>
        </p:nvGrpSpPr>
        <p:grpSpPr>
          <a:xfrm>
            <a:off x="11559747" y="210928"/>
            <a:ext cx="413177" cy="382296"/>
            <a:chOff x="5481638" y="2859088"/>
            <a:chExt cx="1231900" cy="1139825"/>
          </a:xfrm>
          <a:solidFill>
            <a:schemeClr val="bg1"/>
          </a:solidFill>
        </p:grpSpPr>
        <p:sp>
          <p:nvSpPr>
            <p:cNvPr id="13" name="Freeform 320">
              <a:extLst>
                <a:ext uri="{FF2B5EF4-FFF2-40B4-BE49-F238E27FC236}">
                  <a16:creationId xmlns:a16="http://schemas.microsoft.com/office/drawing/2014/main" id="{FCB8EABD-7921-4C31-BCBF-3408BAE3664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321">
              <a:extLst>
                <a:ext uri="{FF2B5EF4-FFF2-40B4-BE49-F238E27FC236}">
                  <a16:creationId xmlns:a16="http://schemas.microsoft.com/office/drawing/2014/main" id="{D6C099FB-0806-427E-ADF5-4B4ECCABB46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07755830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vert="horz" lIns="0" tIns="180000" rIns="0" bIns="0" rtlCol="0" anchor="t">
            <a:noAutofit/>
          </a:bodyPr>
          <a:lstStyle>
            <a:lvl1pPr>
              <a:defRPr lang="en-GB" dirty="0"/>
            </a:lvl1pPr>
          </a:lstStyle>
          <a:p>
            <a:pPr lvl="0"/>
            <a:r>
              <a:rPr lang="en-US"/>
              <a:t>Click to edit Master title style</a:t>
            </a:r>
            <a:endParaRPr lang="en-GB"/>
          </a:p>
        </p:txBody>
      </p:sp>
    </p:spTree>
    <p:extLst>
      <p:ext uri="{BB962C8B-B14F-4D97-AF65-F5344CB8AC3E}">
        <p14:creationId xmlns:p14="http://schemas.microsoft.com/office/powerpoint/2010/main" val="298590580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2_Title Slide 2">
    <p:bg>
      <p:bgPr>
        <a:solidFill>
          <a:schemeClr val="tx2"/>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C3838DB-DD02-4394-9288-6241B74BBDD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b="6806"/>
          <a:stretch/>
        </p:blipFill>
        <p:spPr>
          <a:xfrm rot="16200000">
            <a:off x="2770730" y="-2563271"/>
            <a:ext cx="6650542" cy="12191998"/>
          </a:xfrm>
          <a:prstGeom prst="rect">
            <a:avLst/>
          </a:prstGeom>
        </p:spPr>
      </p:pic>
      <p:graphicFrame>
        <p:nvGraphicFramePr>
          <p:cNvPr id="9" name="Object 8"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9" name="Object 8"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Subtitle 2"/>
          <p:cNvSpPr>
            <a:spLocks noGrp="1"/>
          </p:cNvSpPr>
          <p:nvPr>
            <p:ph type="subTitle" idx="1" hasCustomPrompt="1"/>
          </p:nvPr>
        </p:nvSpPr>
        <p:spPr>
          <a:xfrm>
            <a:off x="958084" y="5435302"/>
            <a:ext cx="6234859" cy="11260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a:lnSpc>
                <a:spcPct val="100000"/>
              </a:lnSpc>
              <a:spcBef>
                <a:spcPts val="0"/>
              </a:spcBef>
              <a:defRPr lang="en-US" spc="-90" baseline="0" dirty="0">
                <a:solidFill>
                  <a:schemeClr val="bg1"/>
                </a:solidFill>
              </a:defRPr>
            </a:lvl1pPr>
          </a:lstStyle>
          <a:p>
            <a:pPr marR="0" lvl="0" fontAlgn="auto">
              <a:spcAft>
                <a:spcPts val="0"/>
              </a:spcAft>
              <a:buClrTx/>
              <a:buSzTx/>
              <a:tabLst/>
            </a:pPr>
            <a:r>
              <a:rPr lang="en-US"/>
              <a:t>Click to insert presenter, location, and date</a:t>
            </a:r>
          </a:p>
        </p:txBody>
      </p:sp>
      <p:sp>
        <p:nvSpPr>
          <p:cNvPr id="7" name="Text Placeholder 4">
            <a:extLst>
              <a:ext uri="{FF2B5EF4-FFF2-40B4-BE49-F238E27FC236}">
                <a16:creationId xmlns:a16="http://schemas.microsoft.com/office/drawing/2014/main" id="{1F3E939C-08F0-4EF6-9BF9-099A86FAC769}"/>
              </a:ext>
            </a:extLst>
          </p:cNvPr>
          <p:cNvSpPr>
            <a:spLocks noGrp="1"/>
          </p:cNvSpPr>
          <p:nvPr>
            <p:ph type="body" sz="quarter" idx="11" hasCustomPrompt="1"/>
          </p:nvPr>
        </p:nvSpPr>
        <p:spPr>
          <a:xfrm>
            <a:off x="958084" y="3979863"/>
            <a:ext cx="6234859" cy="1295400"/>
          </a:xfrm>
          <a:prstGeom prst="rect">
            <a:avLst/>
          </a:prstGeom>
        </p:spPr>
        <p:txBody>
          <a:bodyPr lIns="0" rIns="0" anchor="b" anchorCtr="0"/>
          <a:lstStyle>
            <a:lvl1pPr>
              <a:lnSpc>
                <a:spcPct val="100000"/>
              </a:lnSpc>
              <a:spcBef>
                <a:spcPts val="0"/>
              </a:spcBef>
              <a:defRPr sz="3000" cap="all" spc="800" baseline="0">
                <a:solidFill>
                  <a:schemeClr val="bg1"/>
                </a:solidFill>
              </a:defRPr>
            </a:lvl1pPr>
          </a:lstStyle>
          <a:p>
            <a:pPr lvl="0"/>
            <a:r>
              <a:rPr lang="en-US"/>
              <a:t>CLICK TO INSERT TITLE</a:t>
            </a:r>
          </a:p>
        </p:txBody>
      </p:sp>
      <p:pic>
        <p:nvPicPr>
          <p:cNvPr id="8" name="Picture 7">
            <a:extLst>
              <a:ext uri="{FF2B5EF4-FFF2-40B4-BE49-F238E27FC236}">
                <a16:creationId xmlns:a16="http://schemas.microsoft.com/office/drawing/2014/main" id="{C88218C7-B4AA-4C34-BF74-7043D9A9320F}"/>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6694470" y="0"/>
            <a:ext cx="5497530" cy="1656011"/>
          </a:xfrm>
          <a:prstGeom prst="rect">
            <a:avLst/>
          </a:prstGeom>
        </p:spPr>
      </p:pic>
    </p:spTree>
    <p:extLst>
      <p:ext uri="{BB962C8B-B14F-4D97-AF65-F5344CB8AC3E}">
        <p14:creationId xmlns:p14="http://schemas.microsoft.com/office/powerpoint/2010/main" val="1824489574"/>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7" name="Picture 6" descr="A group of people looking at a paper&#10;&#10;Description automatically generated with low confidence">
            <a:extLst>
              <a:ext uri="{FF2B5EF4-FFF2-40B4-BE49-F238E27FC236}">
                <a16:creationId xmlns:a16="http://schemas.microsoft.com/office/drawing/2014/main" id="{0CEA927E-5534-44D0-A816-25CC522ADCA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155" r="3155"/>
          <a:stretch/>
        </p:blipFill>
        <p:spPr>
          <a:xfrm>
            <a:off x="-58994" y="-33184"/>
            <a:ext cx="12309988" cy="6924368"/>
          </a:xfrm>
          <a:prstGeom prst="rect">
            <a:avLst/>
          </a:prstGeom>
        </p:spPr>
      </p:pic>
      <p:sp>
        <p:nvSpPr>
          <p:cNvPr id="4" name="Rectangle 3">
            <a:extLst>
              <a:ext uri="{FF2B5EF4-FFF2-40B4-BE49-F238E27FC236}">
                <a16:creationId xmlns:a16="http://schemas.microsoft.com/office/drawing/2014/main" id="{42971693-402E-4FFD-A006-B0710D78BEC1}"/>
              </a:ext>
            </a:extLst>
          </p:cNvPr>
          <p:cNvSpPr/>
          <p:nvPr userDrawn="1"/>
        </p:nvSpPr>
        <p:spPr>
          <a:xfrm>
            <a:off x="-58994" y="-33184"/>
            <a:ext cx="12309988" cy="6924368"/>
          </a:xfrm>
          <a:prstGeom prst="rect">
            <a:avLst/>
          </a:prstGeom>
          <a:solidFill>
            <a:schemeClr val="accent4">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err="1"/>
          </a:p>
        </p:txBody>
      </p:sp>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5929535"/>
            <a:ext cx="11379200"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3759422"/>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dirty="0"/>
          </a:p>
        </p:txBody>
      </p:sp>
      <p:pic>
        <p:nvPicPr>
          <p:cNvPr id="6" name="Picture 7">
            <a:extLst>
              <a:ext uri="{FF2B5EF4-FFF2-40B4-BE49-F238E27FC236}">
                <a16:creationId xmlns:a16="http://schemas.microsoft.com/office/drawing/2014/main" id="{998876DF-E006-4593-BB8F-D9ED68F0F3A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171305" y="178081"/>
            <a:ext cx="4024242" cy="1212215"/>
          </a:xfrm>
          <a:prstGeom prst="rect">
            <a:avLst/>
          </a:prstGeom>
        </p:spPr>
      </p:pic>
    </p:spTree>
    <p:extLst>
      <p:ext uri="{BB962C8B-B14F-4D97-AF65-F5344CB8AC3E}">
        <p14:creationId xmlns:p14="http://schemas.microsoft.com/office/powerpoint/2010/main" val="3348665647"/>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dirty="0"/>
          </a:p>
        </p:txBody>
      </p:sp>
      <p:pic>
        <p:nvPicPr>
          <p:cNvPr id="6" name="Picture 7">
            <a:extLst>
              <a:ext uri="{FF2B5EF4-FFF2-40B4-BE49-F238E27FC236}">
                <a16:creationId xmlns:a16="http://schemas.microsoft.com/office/drawing/2014/main" id="{38E54E64-0C53-4C58-9CCF-1BDC66BC5F1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7688" y="260032"/>
            <a:ext cx="4024242" cy="1212215"/>
          </a:xfrm>
          <a:prstGeom prst="rect">
            <a:avLst/>
          </a:prstGeom>
        </p:spPr>
      </p:pic>
    </p:spTree>
    <p:extLst>
      <p:ext uri="{BB962C8B-B14F-4D97-AF65-F5344CB8AC3E}">
        <p14:creationId xmlns:p14="http://schemas.microsoft.com/office/powerpoint/2010/main" val="3745722272"/>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dirty="0"/>
          </a:p>
        </p:txBody>
      </p:sp>
      <p:pic>
        <p:nvPicPr>
          <p:cNvPr id="8" name="Picture 7">
            <a:extLst>
              <a:ext uri="{FF2B5EF4-FFF2-40B4-BE49-F238E27FC236}">
                <a16:creationId xmlns:a16="http://schemas.microsoft.com/office/drawing/2014/main" id="{319AF0EB-4460-4FFA-A8E1-2F74D0C4022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89189" y="260648"/>
            <a:ext cx="4024242" cy="1212215"/>
          </a:xfrm>
          <a:prstGeom prst="rect">
            <a:avLst/>
          </a:prstGeom>
        </p:spPr>
      </p:pic>
    </p:spTree>
    <p:extLst>
      <p:ext uri="{BB962C8B-B14F-4D97-AF65-F5344CB8AC3E}">
        <p14:creationId xmlns:p14="http://schemas.microsoft.com/office/powerpoint/2010/main" val="194280756"/>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70630351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dirty="0"/>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dirty="0"/>
          </a:p>
        </p:txBody>
      </p:sp>
    </p:spTree>
    <p:extLst>
      <p:ext uri="{BB962C8B-B14F-4D97-AF65-F5344CB8AC3E}">
        <p14:creationId xmlns:p14="http://schemas.microsoft.com/office/powerpoint/2010/main" val="151711269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dirty="0"/>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27860840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98890602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dirty="0"/>
          </a:p>
        </p:txBody>
      </p:sp>
    </p:spTree>
    <p:extLst>
      <p:ext uri="{BB962C8B-B14F-4D97-AF65-F5344CB8AC3E}">
        <p14:creationId xmlns:p14="http://schemas.microsoft.com/office/powerpoint/2010/main" val="382263977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dirty="0"/>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dirty="0"/>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dirty="0"/>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dirty="0"/>
          </a:p>
        </p:txBody>
      </p:sp>
    </p:spTree>
    <p:extLst>
      <p:ext uri="{BB962C8B-B14F-4D97-AF65-F5344CB8AC3E}">
        <p14:creationId xmlns:p14="http://schemas.microsoft.com/office/powerpoint/2010/main" val="298680643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dirty="0"/>
          </a:p>
        </p:txBody>
      </p:sp>
    </p:spTree>
    <p:extLst>
      <p:ext uri="{BB962C8B-B14F-4D97-AF65-F5344CB8AC3E}">
        <p14:creationId xmlns:p14="http://schemas.microsoft.com/office/powerpoint/2010/main" val="196583000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dirty="0"/>
          </a:p>
        </p:txBody>
      </p:sp>
    </p:spTree>
    <p:extLst>
      <p:ext uri="{BB962C8B-B14F-4D97-AF65-F5344CB8AC3E}">
        <p14:creationId xmlns:p14="http://schemas.microsoft.com/office/powerpoint/2010/main" val="400489816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dirty="0"/>
          </a:p>
        </p:txBody>
      </p:sp>
    </p:spTree>
    <p:extLst>
      <p:ext uri="{BB962C8B-B14F-4D97-AF65-F5344CB8AC3E}">
        <p14:creationId xmlns:p14="http://schemas.microsoft.com/office/powerpoint/2010/main" val="423085651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dirty="0"/>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dirty="0"/>
              <a:t>INSERT A LABEL/ALBEIT</a:t>
            </a:r>
          </a:p>
        </p:txBody>
      </p:sp>
    </p:spTree>
    <p:extLst>
      <p:ext uri="{BB962C8B-B14F-4D97-AF65-F5344CB8AC3E}">
        <p14:creationId xmlns:p14="http://schemas.microsoft.com/office/powerpoint/2010/main" val="1713143131"/>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dirty="0"/>
              <a:t>Click icon to add picture and arrange the picture in the background</a:t>
            </a:r>
            <a:endParaRPr lang="en-GB" dirty="0"/>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64467356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115676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dirty="0"/>
              <a:t>Insert Picture and send </a:t>
            </a:r>
            <a:r>
              <a:rPr lang="de-DE" dirty="0" err="1"/>
              <a:t>to</a:t>
            </a:r>
            <a:r>
              <a:rPr lang="de-DE" dirty="0"/>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02325908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dirty="0"/>
              <a:t>Insert Picture and send </a:t>
            </a:r>
            <a:r>
              <a:rPr lang="de-DE" dirty="0" err="1"/>
              <a:t>to</a:t>
            </a:r>
            <a:r>
              <a:rPr lang="de-DE" dirty="0"/>
              <a:t> back</a:t>
            </a:r>
          </a:p>
        </p:txBody>
      </p:sp>
    </p:spTree>
    <p:extLst>
      <p:ext uri="{BB962C8B-B14F-4D97-AF65-F5344CB8AC3E}">
        <p14:creationId xmlns:p14="http://schemas.microsoft.com/office/powerpoint/2010/main" val="426611691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dirty="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dirty="0">
                <a:solidFill>
                  <a:schemeClr val="bg1"/>
                </a:solidFill>
                <a:latin typeface="Ubuntu" panose="020B0504030602030204" pitchFamily="34" charset="0"/>
                <a:cs typeface="Arial"/>
              </a:rPr>
              <a:t>Copyright © 2021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2920221"/>
            <a:ext cx="4600375" cy="2287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GB" sz="900" kern="1200" dirty="0">
                <a:solidFill>
                  <a:schemeClr val="lt1"/>
                </a:solidFill>
                <a:effectLst/>
                <a:latin typeface="+mn-lt"/>
                <a:ea typeface="+mn-ea"/>
                <a:cs typeface="+mn-cs"/>
              </a:rPr>
              <a:t>As the digital innovation, consulting and transformation brand of the Capgemini Group, Capgemini Invent helps </a:t>
            </a:r>
            <a:r>
              <a:rPr lang="en-GB" sz="900" kern="1200" dirty="0" err="1">
                <a:solidFill>
                  <a:schemeClr val="lt1"/>
                </a:solidFill>
                <a:effectLst/>
                <a:latin typeface="+mn-lt"/>
                <a:ea typeface="+mn-ea"/>
                <a:cs typeface="+mn-cs"/>
              </a:rPr>
              <a:t>CxOs</a:t>
            </a:r>
            <a:r>
              <a:rPr lang="en-GB" sz="900" kern="1200" dirty="0">
                <a:solidFill>
                  <a:schemeClr val="lt1"/>
                </a:solidFill>
                <a:effectLst/>
                <a:latin typeface="+mn-lt"/>
                <a:ea typeface="+mn-ea"/>
                <a:cs typeface="+mn-cs"/>
              </a:rPr>
              <a:t> envision and build what’s next for their organizations. Located in more than 30 offices and 25 creative studios around the </a:t>
            </a:r>
            <a:r>
              <a:rPr lang="en-GB" sz="900" kern="1200" dirty="0" err="1">
                <a:solidFill>
                  <a:schemeClr val="lt1"/>
                </a:solidFill>
                <a:effectLst/>
                <a:latin typeface="+mn-lt"/>
                <a:ea typeface="+mn-ea"/>
                <a:cs typeface="+mn-cs"/>
              </a:rPr>
              <a:t>world,its</a:t>
            </a:r>
            <a:r>
              <a:rPr lang="en-GB" sz="900" kern="1200" dirty="0">
                <a:solidFill>
                  <a:schemeClr val="lt1"/>
                </a:solidFill>
                <a:effectLst/>
                <a:latin typeface="+mn-lt"/>
                <a:ea typeface="+mn-ea"/>
                <a:cs typeface="+mn-cs"/>
              </a:rPr>
              <a:t> 7,000+ strong team combines strategy, technology, data science and creative design with deep industry expertise and insights, to develop new digital solutions and business models</a:t>
            </a:r>
            <a:br>
              <a:rPr lang="en-GB" sz="900" kern="1200" dirty="0">
                <a:solidFill>
                  <a:schemeClr val="lt1"/>
                </a:solidFill>
                <a:effectLst/>
                <a:latin typeface="+mn-lt"/>
                <a:ea typeface="+mn-ea"/>
                <a:cs typeface="+mn-cs"/>
              </a:rPr>
            </a:br>
            <a:r>
              <a:rPr lang="en-GB" sz="900" kern="1200" dirty="0">
                <a:solidFill>
                  <a:schemeClr val="lt1"/>
                </a:solidFill>
                <a:effectLst/>
                <a:latin typeface="+mn-lt"/>
                <a:ea typeface="+mn-ea"/>
                <a:cs typeface="+mn-cs"/>
              </a:rPr>
              <a:t>of the future.</a:t>
            </a:r>
            <a:endParaRPr lang="en-US" sz="900" kern="1200" dirty="0">
              <a:solidFill>
                <a:schemeClr val="lt1"/>
              </a:solidFill>
              <a:effectLst/>
              <a:latin typeface="+mn-lt"/>
              <a:ea typeface="+mn-ea"/>
              <a:cs typeface="+mn-cs"/>
            </a:endParaRPr>
          </a:p>
          <a:p>
            <a:pPr algn="just"/>
            <a:r>
              <a:rPr lang="en-GB" sz="900" b="1" i="1" kern="1200" dirty="0">
                <a:solidFill>
                  <a:schemeClr val="lt1"/>
                </a:solidFill>
                <a:effectLst/>
                <a:latin typeface="+mn-lt"/>
                <a:ea typeface="+mn-ea"/>
                <a:cs typeface="+mn-cs"/>
              </a:rPr>
              <a:t> </a:t>
            </a:r>
            <a:endParaRPr lang="en-US" sz="900" kern="1200" dirty="0">
              <a:solidFill>
                <a:schemeClr val="lt1"/>
              </a:solidFill>
              <a:effectLst/>
              <a:latin typeface="+mn-lt"/>
              <a:ea typeface="+mn-ea"/>
              <a:cs typeface="+mn-cs"/>
            </a:endParaRPr>
          </a:p>
          <a:p>
            <a:pPr algn="just"/>
            <a:r>
              <a:rPr lang="en-GB" sz="900" kern="1200" dirty="0">
                <a:solidFill>
                  <a:schemeClr val="lt1"/>
                </a:solidFill>
                <a:effectLst/>
                <a:latin typeface="+mn-lt"/>
                <a:ea typeface="+mn-ea"/>
                <a:cs typeface="+mn-cs"/>
              </a:rPr>
              <a:t>Capgemini Invent is an integral part of Capgemini,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a:t>
            </a:r>
            <a:r>
              <a:rPr lang="en-GB" sz="900" kern="1200" dirty="0" err="1">
                <a:solidFill>
                  <a:schemeClr val="lt1"/>
                </a:solidFill>
                <a:effectLst/>
                <a:latin typeface="+mn-lt"/>
                <a:ea typeface="+mn-ea"/>
                <a:cs typeface="+mn-cs"/>
              </a:rPr>
              <a:t>fueled</a:t>
            </a:r>
            <a:r>
              <a:rPr lang="en-GB" sz="900" kern="1200" dirty="0">
                <a:solidFill>
                  <a:schemeClr val="lt1"/>
                </a:solidFill>
                <a:effectLst/>
                <a:latin typeface="+mn-lt"/>
                <a:ea typeface="+mn-ea"/>
                <a:cs typeface="+mn-cs"/>
              </a:rPr>
              <a:t> by the fast evolving and innovative world of cloud, data, AI, connectivity, software, digital engineering and platforms. The Group reported in 2020 global revenues of €16 billion.</a:t>
            </a:r>
            <a:endParaRPr lang="en-US" sz="900" kern="1200" dirty="0">
              <a:solidFill>
                <a:schemeClr val="lt1"/>
              </a:solidFill>
              <a:effectLst/>
              <a:latin typeface="+mn-lt"/>
              <a:ea typeface="+mn-ea"/>
              <a:cs typeface="+mn-cs"/>
            </a:endParaRPr>
          </a:p>
        </p:txBody>
      </p:sp>
      <p:sp>
        <p:nvSpPr>
          <p:cNvPr id="15" name="Rectangle 14"/>
          <p:cNvSpPr/>
          <p:nvPr/>
        </p:nvSpPr>
        <p:spPr>
          <a:xfrm>
            <a:off x="6536184" y="2540957"/>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dirty="0">
                <a:solidFill>
                  <a:schemeClr val="bg1"/>
                </a:solidFill>
                <a:latin typeface="Ubuntu" panose="020B0504030602030204" pitchFamily="34" charset="0"/>
              </a:rPr>
              <a:t>About Capgemini Invent</a:t>
            </a:r>
          </a:p>
        </p:txBody>
      </p:sp>
      <p:sp>
        <p:nvSpPr>
          <p:cNvPr id="16" name="Rectangle 15"/>
          <p:cNvSpPr/>
          <p:nvPr/>
        </p:nvSpPr>
        <p:spPr>
          <a:xfrm>
            <a:off x="6536184" y="5301208"/>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dirty="0">
                <a:solidFill>
                  <a:schemeClr val="bg1"/>
                </a:solidFill>
                <a:effectLst/>
                <a:latin typeface="Ubuntu" panose="020B0504030602030204" pitchFamily="34" charset="0"/>
              </a:rPr>
              <a:t>Get the Future You Want </a:t>
            </a:r>
            <a:r>
              <a:rPr lang="en-US" sz="900" dirty="0">
                <a:solidFill>
                  <a:schemeClr val="bg1"/>
                </a:solidFill>
                <a:effectLst/>
                <a:latin typeface="Ubuntu" panose="020B0504030602030204" pitchFamily="34" charset="0"/>
              </a:rPr>
              <a:t>|</a:t>
            </a:r>
            <a:r>
              <a:rPr lang="en-GB" sz="900" dirty="0">
                <a:solidFill>
                  <a:schemeClr val="bg1"/>
                </a:solidFill>
                <a:effectLst/>
                <a:latin typeface="Ubuntu" panose="020B0504030602030204" pitchFamily="34" charset="0"/>
              </a:rPr>
              <a:t> </a:t>
            </a:r>
            <a:r>
              <a:rPr lang="en-US" sz="1050" dirty="0">
                <a:solidFill>
                  <a:schemeClr val="accent2"/>
                </a:solidFill>
                <a:latin typeface="Ubuntu" panose="020B0504030602030204" pitchFamily="34" charset="0"/>
              </a:rPr>
              <a:t>www.capgemini.com/invent</a:t>
            </a:r>
          </a:p>
        </p:txBody>
      </p:sp>
      <p:pic>
        <p:nvPicPr>
          <p:cNvPr id="13" name="Picture 7">
            <a:extLst>
              <a:ext uri="{FF2B5EF4-FFF2-40B4-BE49-F238E27FC236}">
                <a16:creationId xmlns:a16="http://schemas.microsoft.com/office/drawing/2014/main" id="{F9B42E50-405D-4320-932D-4A5EAD8D82B2}"/>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61107" y="533779"/>
            <a:ext cx="4024242" cy="1212215"/>
          </a:xfrm>
          <a:prstGeom prst="rect">
            <a:avLst/>
          </a:prstGeom>
        </p:spPr>
      </p:pic>
    </p:spTree>
    <p:extLst>
      <p:ext uri="{BB962C8B-B14F-4D97-AF65-F5344CB8AC3E}">
        <p14:creationId xmlns:p14="http://schemas.microsoft.com/office/powerpoint/2010/main" val="3297626611"/>
      </p:ext>
    </p:extLst>
  </p:cSld>
  <p:clrMapOvr>
    <a:masterClrMapping/>
  </p:clrMapOvr>
  <p:extLst>
    <p:ext uri="{DCECCB84-F9BA-43D5-87BE-67443E8EF086}">
      <p15:sldGuideLst xmlns:p15="http://schemas.microsoft.com/office/powerpoint/2012/main"/>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32214" y="156218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dirty="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dirty="0">
                <a:solidFill>
                  <a:schemeClr val="bg1"/>
                </a:solidFill>
                <a:latin typeface="Ubuntu" panose="020B0504030602030204" pitchFamily="34" charset="0"/>
                <a:cs typeface="Arial"/>
              </a:rPr>
              <a:t>Copyright © 2021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48" name="Rectangle 47"/>
          <p:cNvSpPr/>
          <p:nvPr/>
        </p:nvSpPr>
        <p:spPr>
          <a:xfrm>
            <a:off x="426523" y="1068313"/>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dirty="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068313"/>
            <a:ext cx="2240280" cy="1031051"/>
          </a:xfrm>
          <a:prstGeom prst="rect">
            <a:avLst/>
          </a:prstGeom>
        </p:spPr>
        <p:txBody>
          <a:bodyPr wrap="square" lIns="0" tIns="0" rIns="0" bIns="0">
            <a:spAutoFit/>
          </a:bodyPr>
          <a:lstStyle/>
          <a:p>
            <a:pPr>
              <a:spcAft>
                <a:spcPts val="600"/>
              </a:spcAft>
            </a:pPr>
            <a:r>
              <a:rPr lang="en-US" sz="1200" b="1" dirty="0">
                <a:solidFill>
                  <a:schemeClr val="bg1"/>
                </a:solidFill>
                <a:latin typeface="Ubuntu" panose="020B0504030602030204" pitchFamily="34" charset="0"/>
                <a:cs typeface="Arial"/>
              </a:rPr>
              <a:t>Name, Last Name</a:t>
            </a:r>
          </a:p>
          <a:p>
            <a:pPr>
              <a:lnSpc>
                <a:spcPts val="1200"/>
              </a:lnSpc>
            </a:pPr>
            <a:r>
              <a:rPr lang="en-US" sz="1000" dirty="0">
                <a:solidFill>
                  <a:schemeClr val="bg1"/>
                </a:solidFill>
                <a:latin typeface="Ubuntu" panose="020B0504030602030204" pitchFamily="34" charset="0"/>
                <a:cs typeface="Arial"/>
              </a:rPr>
              <a:t>Title/Role</a:t>
            </a:r>
          </a:p>
          <a:p>
            <a:pPr>
              <a:lnSpc>
                <a:spcPts val="1200"/>
              </a:lnSpc>
            </a:pPr>
            <a:r>
              <a:rPr lang="en-US" sz="1000" dirty="0">
                <a:solidFill>
                  <a:schemeClr val="bg1"/>
                </a:solidFill>
                <a:latin typeface="Ubuntu" panose="020B0504030602030204" pitchFamily="34" charset="0"/>
                <a:cs typeface="Arial"/>
              </a:rPr>
              <a:t>Capgemini Office (Optional)</a:t>
            </a:r>
          </a:p>
          <a:p>
            <a:pPr>
              <a:lnSpc>
                <a:spcPts val="1200"/>
              </a:lnSpc>
            </a:pPr>
            <a:r>
              <a:rPr lang="en-US" sz="1000" dirty="0">
                <a:solidFill>
                  <a:schemeClr val="bg1"/>
                </a:solidFill>
                <a:latin typeface="Ubuntu" panose="020B0504030602030204" pitchFamily="34" charset="0"/>
                <a:cs typeface="Arial"/>
              </a:rPr>
              <a:t>Address Line 1</a:t>
            </a:r>
          </a:p>
          <a:p>
            <a:pPr>
              <a:lnSpc>
                <a:spcPts val="1200"/>
              </a:lnSpc>
            </a:pPr>
            <a:r>
              <a:rPr lang="en-US" sz="1000" dirty="0">
                <a:solidFill>
                  <a:schemeClr val="bg1"/>
                </a:solidFill>
                <a:latin typeface="Ubuntu" panose="020B0504030602030204" pitchFamily="34" charset="0"/>
                <a:cs typeface="Arial"/>
              </a:rPr>
              <a:t>Address Line 2 </a:t>
            </a:r>
          </a:p>
          <a:p>
            <a:pPr>
              <a:lnSpc>
                <a:spcPts val="1200"/>
              </a:lnSpc>
            </a:pPr>
            <a:r>
              <a:rPr lang="en-US" sz="1000" dirty="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068313"/>
            <a:ext cx="2240280" cy="1031051"/>
          </a:xfrm>
          <a:prstGeom prst="rect">
            <a:avLst/>
          </a:prstGeom>
        </p:spPr>
        <p:txBody>
          <a:bodyPr wrap="square" lIns="0" tIns="0" rIns="0" bIns="0">
            <a:spAutoFit/>
          </a:bodyPr>
          <a:lstStyle/>
          <a:p>
            <a:pPr>
              <a:spcAft>
                <a:spcPts val="600"/>
              </a:spcAft>
            </a:pPr>
            <a:r>
              <a:rPr lang="en-US" sz="1200" b="1" dirty="0">
                <a:solidFill>
                  <a:schemeClr val="bg1"/>
                </a:solidFill>
                <a:latin typeface="Ubuntu" panose="020B0504030602030204" pitchFamily="34" charset="0"/>
                <a:cs typeface="Arial"/>
              </a:rPr>
              <a:t>Name, Last Name</a:t>
            </a:r>
          </a:p>
          <a:p>
            <a:pPr>
              <a:lnSpc>
                <a:spcPts val="1200"/>
              </a:lnSpc>
            </a:pPr>
            <a:r>
              <a:rPr lang="en-US" sz="1000" dirty="0">
                <a:solidFill>
                  <a:schemeClr val="bg1"/>
                </a:solidFill>
                <a:latin typeface="Ubuntu" panose="020B0504030602030204" pitchFamily="34" charset="0"/>
                <a:cs typeface="Arial"/>
              </a:rPr>
              <a:t>Title/Role</a:t>
            </a:r>
          </a:p>
          <a:p>
            <a:pPr>
              <a:lnSpc>
                <a:spcPts val="1200"/>
              </a:lnSpc>
            </a:pPr>
            <a:r>
              <a:rPr lang="en-US" sz="1000" dirty="0">
                <a:solidFill>
                  <a:schemeClr val="bg1"/>
                </a:solidFill>
                <a:latin typeface="Ubuntu" panose="020B0504030602030204" pitchFamily="34" charset="0"/>
                <a:cs typeface="Arial"/>
              </a:rPr>
              <a:t>Capgemini Office (Optional)</a:t>
            </a:r>
          </a:p>
          <a:p>
            <a:pPr>
              <a:lnSpc>
                <a:spcPts val="1200"/>
              </a:lnSpc>
            </a:pPr>
            <a:r>
              <a:rPr lang="en-US" sz="1000" dirty="0">
                <a:solidFill>
                  <a:schemeClr val="bg1"/>
                </a:solidFill>
                <a:latin typeface="Ubuntu" panose="020B0504030602030204" pitchFamily="34" charset="0"/>
                <a:cs typeface="Arial"/>
              </a:rPr>
              <a:t>Address Line 1</a:t>
            </a:r>
          </a:p>
          <a:p>
            <a:pPr>
              <a:lnSpc>
                <a:spcPts val="1200"/>
              </a:lnSpc>
            </a:pPr>
            <a:r>
              <a:rPr lang="en-US" sz="1000" dirty="0">
                <a:solidFill>
                  <a:schemeClr val="bg1"/>
                </a:solidFill>
                <a:latin typeface="Ubuntu" panose="020B0504030602030204" pitchFamily="34" charset="0"/>
                <a:cs typeface="Arial"/>
              </a:rPr>
              <a:t>Address Line 2 </a:t>
            </a:r>
          </a:p>
          <a:p>
            <a:pPr>
              <a:lnSpc>
                <a:spcPts val="1200"/>
              </a:lnSpc>
            </a:pPr>
            <a:r>
              <a:rPr lang="en-US" sz="1000" dirty="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32238"/>
            <a:ext cx="2240280" cy="1031051"/>
          </a:xfrm>
          <a:prstGeom prst="rect">
            <a:avLst/>
          </a:prstGeom>
        </p:spPr>
        <p:txBody>
          <a:bodyPr wrap="square" lIns="0" tIns="0" rIns="0" bIns="0">
            <a:spAutoFit/>
          </a:bodyPr>
          <a:lstStyle/>
          <a:p>
            <a:pPr>
              <a:spcAft>
                <a:spcPts val="600"/>
              </a:spcAft>
            </a:pPr>
            <a:r>
              <a:rPr lang="en-US" sz="1200" b="1" dirty="0">
                <a:solidFill>
                  <a:schemeClr val="bg1"/>
                </a:solidFill>
                <a:latin typeface="Ubuntu" panose="020B0504030602030204" pitchFamily="34" charset="0"/>
                <a:cs typeface="Arial"/>
              </a:rPr>
              <a:t>Name, Last Name</a:t>
            </a:r>
          </a:p>
          <a:p>
            <a:pPr>
              <a:lnSpc>
                <a:spcPts val="1200"/>
              </a:lnSpc>
            </a:pPr>
            <a:r>
              <a:rPr lang="en-US" sz="1000" dirty="0">
                <a:solidFill>
                  <a:schemeClr val="bg1"/>
                </a:solidFill>
                <a:latin typeface="Ubuntu" panose="020B0504030602030204" pitchFamily="34" charset="0"/>
                <a:cs typeface="Arial"/>
              </a:rPr>
              <a:t>Title/Role</a:t>
            </a:r>
          </a:p>
          <a:p>
            <a:pPr>
              <a:lnSpc>
                <a:spcPts val="1200"/>
              </a:lnSpc>
            </a:pPr>
            <a:r>
              <a:rPr lang="en-US" sz="1000" dirty="0">
                <a:solidFill>
                  <a:schemeClr val="bg1"/>
                </a:solidFill>
                <a:latin typeface="Ubuntu" panose="020B0504030602030204" pitchFamily="34" charset="0"/>
                <a:cs typeface="Arial"/>
              </a:rPr>
              <a:t>Capgemini Office (Optional)</a:t>
            </a:r>
          </a:p>
          <a:p>
            <a:pPr>
              <a:lnSpc>
                <a:spcPts val="1200"/>
              </a:lnSpc>
            </a:pPr>
            <a:r>
              <a:rPr lang="en-US" sz="1000" dirty="0">
                <a:solidFill>
                  <a:schemeClr val="bg1"/>
                </a:solidFill>
                <a:latin typeface="Ubuntu" panose="020B0504030602030204" pitchFamily="34" charset="0"/>
                <a:cs typeface="Arial"/>
              </a:rPr>
              <a:t>Address Line 1</a:t>
            </a:r>
          </a:p>
          <a:p>
            <a:pPr>
              <a:lnSpc>
                <a:spcPts val="1200"/>
              </a:lnSpc>
            </a:pPr>
            <a:r>
              <a:rPr lang="en-US" sz="1000" dirty="0">
                <a:solidFill>
                  <a:schemeClr val="bg1"/>
                </a:solidFill>
                <a:latin typeface="Ubuntu" panose="020B0504030602030204" pitchFamily="34" charset="0"/>
                <a:cs typeface="Arial"/>
              </a:rPr>
              <a:t>Address Line 2 </a:t>
            </a:r>
          </a:p>
          <a:p>
            <a:pPr>
              <a:lnSpc>
                <a:spcPts val="1200"/>
              </a:lnSpc>
            </a:pPr>
            <a:r>
              <a:rPr lang="en-US" sz="1000" dirty="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32238"/>
            <a:ext cx="2240280" cy="1031051"/>
          </a:xfrm>
          <a:prstGeom prst="rect">
            <a:avLst/>
          </a:prstGeom>
        </p:spPr>
        <p:txBody>
          <a:bodyPr wrap="square" lIns="0" tIns="0" rIns="0" bIns="0">
            <a:spAutoFit/>
          </a:bodyPr>
          <a:lstStyle/>
          <a:p>
            <a:pPr>
              <a:spcAft>
                <a:spcPts val="600"/>
              </a:spcAft>
            </a:pPr>
            <a:r>
              <a:rPr lang="en-US" sz="1200" b="1" dirty="0">
                <a:solidFill>
                  <a:schemeClr val="bg1"/>
                </a:solidFill>
                <a:latin typeface="Ubuntu" panose="020B0504030602030204" pitchFamily="34" charset="0"/>
                <a:cs typeface="Arial"/>
              </a:rPr>
              <a:t>Name, Last Name</a:t>
            </a:r>
          </a:p>
          <a:p>
            <a:pPr>
              <a:lnSpc>
                <a:spcPts val="1200"/>
              </a:lnSpc>
            </a:pPr>
            <a:r>
              <a:rPr lang="en-US" sz="1000" dirty="0">
                <a:solidFill>
                  <a:schemeClr val="bg1"/>
                </a:solidFill>
                <a:latin typeface="Ubuntu" panose="020B0504030602030204" pitchFamily="34" charset="0"/>
                <a:cs typeface="Arial"/>
              </a:rPr>
              <a:t>Title/Role</a:t>
            </a:r>
          </a:p>
          <a:p>
            <a:pPr>
              <a:lnSpc>
                <a:spcPts val="1200"/>
              </a:lnSpc>
            </a:pPr>
            <a:r>
              <a:rPr lang="en-US" sz="1000" dirty="0">
                <a:solidFill>
                  <a:schemeClr val="bg1"/>
                </a:solidFill>
                <a:latin typeface="Ubuntu" panose="020B0504030602030204" pitchFamily="34" charset="0"/>
                <a:cs typeface="Arial"/>
              </a:rPr>
              <a:t>Capgemini Office (Optional)</a:t>
            </a:r>
          </a:p>
          <a:p>
            <a:pPr>
              <a:lnSpc>
                <a:spcPts val="1200"/>
              </a:lnSpc>
            </a:pPr>
            <a:r>
              <a:rPr lang="en-US" sz="1000" dirty="0">
                <a:solidFill>
                  <a:schemeClr val="bg1"/>
                </a:solidFill>
                <a:latin typeface="Ubuntu" panose="020B0504030602030204" pitchFamily="34" charset="0"/>
                <a:cs typeface="Arial"/>
              </a:rPr>
              <a:t>Address Line 1</a:t>
            </a:r>
          </a:p>
          <a:p>
            <a:pPr>
              <a:lnSpc>
                <a:spcPts val="1200"/>
              </a:lnSpc>
            </a:pPr>
            <a:r>
              <a:rPr lang="en-US" sz="1000" dirty="0">
                <a:solidFill>
                  <a:schemeClr val="bg1"/>
                </a:solidFill>
                <a:latin typeface="Ubuntu" panose="020B0504030602030204" pitchFamily="34" charset="0"/>
                <a:cs typeface="Arial"/>
              </a:rPr>
              <a:t>Address Line 2 </a:t>
            </a:r>
          </a:p>
          <a:p>
            <a:pPr>
              <a:lnSpc>
                <a:spcPts val="1200"/>
              </a:lnSpc>
            </a:pPr>
            <a:r>
              <a:rPr lang="en-US" sz="1000" dirty="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3669778"/>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dirty="0">
                <a:solidFill>
                  <a:schemeClr val="bg1"/>
                </a:solidFill>
                <a:effectLst/>
                <a:latin typeface="Ubuntu" panose="020B0504030602030204" pitchFamily="34" charset="0"/>
              </a:rPr>
              <a:t>Get the Future You Want </a:t>
            </a:r>
            <a:r>
              <a:rPr lang="en-US" sz="900" dirty="0">
                <a:solidFill>
                  <a:schemeClr val="bg1"/>
                </a:solidFill>
                <a:effectLst/>
                <a:latin typeface="Ubuntu" panose="020B0504030602030204" pitchFamily="34" charset="0"/>
              </a:rPr>
              <a:t>|</a:t>
            </a:r>
            <a:r>
              <a:rPr lang="en-GB" sz="900" dirty="0">
                <a:solidFill>
                  <a:schemeClr val="bg1"/>
                </a:solidFill>
                <a:effectLst/>
                <a:latin typeface="Ubuntu" panose="020B0504030602030204" pitchFamily="34" charset="0"/>
              </a:rPr>
              <a:t> </a:t>
            </a:r>
            <a:r>
              <a:rPr lang="en-US" sz="1050" dirty="0">
                <a:solidFill>
                  <a:schemeClr val="accent2"/>
                </a:solidFill>
                <a:latin typeface="Ubuntu" panose="020B0504030602030204" pitchFamily="34" charset="0"/>
              </a:rPr>
              <a:t>www.capgemini.com</a:t>
            </a:r>
          </a:p>
        </p:txBody>
      </p:sp>
      <p:sp>
        <p:nvSpPr>
          <p:cNvPr id="24" name="Rectangle 23">
            <a:extLst>
              <a:ext uri="{FF2B5EF4-FFF2-40B4-BE49-F238E27FC236}">
                <a16:creationId xmlns:a16="http://schemas.microsoft.com/office/drawing/2014/main" id="{4A111039-914C-4DB4-9DF3-DF6AF113071A}"/>
              </a:ext>
            </a:extLst>
          </p:cNvPr>
          <p:cNvSpPr/>
          <p:nvPr userDrawn="1"/>
        </p:nvSpPr>
        <p:spPr>
          <a:xfrm>
            <a:off x="428633" y="1446176"/>
            <a:ext cx="4732250" cy="2287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GB" sz="900" kern="1200" dirty="0">
                <a:solidFill>
                  <a:schemeClr val="lt1"/>
                </a:solidFill>
                <a:effectLst/>
                <a:latin typeface="+mn-lt"/>
                <a:ea typeface="+mn-ea"/>
                <a:cs typeface="+mn-cs"/>
              </a:rPr>
              <a:t>As the digital innovation, consulting and transformation brand of the Capgemini Group, Capgemini Invent helps </a:t>
            </a:r>
            <a:r>
              <a:rPr lang="en-GB" sz="900" kern="1200" dirty="0" err="1">
                <a:solidFill>
                  <a:schemeClr val="lt1"/>
                </a:solidFill>
                <a:effectLst/>
                <a:latin typeface="+mn-lt"/>
                <a:ea typeface="+mn-ea"/>
                <a:cs typeface="+mn-cs"/>
              </a:rPr>
              <a:t>CxOs</a:t>
            </a:r>
            <a:r>
              <a:rPr lang="en-GB" sz="900" kern="1200" dirty="0">
                <a:solidFill>
                  <a:schemeClr val="lt1"/>
                </a:solidFill>
                <a:effectLst/>
                <a:latin typeface="+mn-lt"/>
                <a:ea typeface="+mn-ea"/>
                <a:cs typeface="+mn-cs"/>
              </a:rPr>
              <a:t> envision and build what’s next for their organizations. Located in more than 30 offices and 25 creative studios around the </a:t>
            </a:r>
            <a:r>
              <a:rPr lang="en-GB" sz="900" kern="1200" dirty="0" err="1">
                <a:solidFill>
                  <a:schemeClr val="lt1"/>
                </a:solidFill>
                <a:effectLst/>
                <a:latin typeface="+mn-lt"/>
                <a:ea typeface="+mn-ea"/>
                <a:cs typeface="+mn-cs"/>
              </a:rPr>
              <a:t>world,its</a:t>
            </a:r>
            <a:r>
              <a:rPr lang="en-GB" sz="900" kern="1200" dirty="0">
                <a:solidFill>
                  <a:schemeClr val="lt1"/>
                </a:solidFill>
                <a:effectLst/>
                <a:latin typeface="+mn-lt"/>
                <a:ea typeface="+mn-ea"/>
                <a:cs typeface="+mn-cs"/>
              </a:rPr>
              <a:t> 7,000+ strong team combines strategy, technology, data science and creative design with deep industry expertise and insights, to develop new digital solutions and business models of the future.</a:t>
            </a:r>
            <a:endParaRPr lang="en-US" sz="900" kern="1200" dirty="0">
              <a:solidFill>
                <a:schemeClr val="lt1"/>
              </a:solidFill>
              <a:effectLst/>
              <a:latin typeface="+mn-lt"/>
              <a:ea typeface="+mn-ea"/>
              <a:cs typeface="+mn-cs"/>
            </a:endParaRPr>
          </a:p>
          <a:p>
            <a:pPr algn="just"/>
            <a:r>
              <a:rPr lang="en-GB" sz="900" b="1" i="1" kern="1200" dirty="0">
                <a:solidFill>
                  <a:schemeClr val="lt1"/>
                </a:solidFill>
                <a:effectLst/>
                <a:latin typeface="+mn-lt"/>
                <a:ea typeface="+mn-ea"/>
                <a:cs typeface="+mn-cs"/>
              </a:rPr>
              <a:t> </a:t>
            </a:r>
            <a:endParaRPr lang="en-US" sz="900" kern="1200" dirty="0">
              <a:solidFill>
                <a:schemeClr val="lt1"/>
              </a:solidFill>
              <a:effectLst/>
              <a:latin typeface="+mn-lt"/>
              <a:ea typeface="+mn-ea"/>
              <a:cs typeface="+mn-cs"/>
            </a:endParaRPr>
          </a:p>
          <a:p>
            <a:pPr algn="just"/>
            <a:r>
              <a:rPr lang="en-GB" sz="900" kern="1200" dirty="0">
                <a:solidFill>
                  <a:schemeClr val="lt1"/>
                </a:solidFill>
                <a:effectLst/>
                <a:latin typeface="+mn-lt"/>
                <a:ea typeface="+mn-ea"/>
                <a:cs typeface="+mn-cs"/>
              </a:rPr>
              <a:t>Capgemini Invent is an integral part of Capgemini,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a:t>
            </a:r>
            <a:r>
              <a:rPr lang="en-GB" sz="900" kern="1200" dirty="0" err="1">
                <a:solidFill>
                  <a:schemeClr val="lt1"/>
                </a:solidFill>
                <a:effectLst/>
                <a:latin typeface="+mn-lt"/>
                <a:ea typeface="+mn-ea"/>
                <a:cs typeface="+mn-cs"/>
              </a:rPr>
              <a:t>fueled</a:t>
            </a:r>
            <a:r>
              <a:rPr lang="en-GB" sz="900" kern="1200" dirty="0">
                <a:solidFill>
                  <a:schemeClr val="lt1"/>
                </a:solidFill>
                <a:effectLst/>
                <a:latin typeface="+mn-lt"/>
                <a:ea typeface="+mn-ea"/>
                <a:cs typeface="+mn-cs"/>
              </a:rPr>
              <a:t> by the fast evolving and innovative world of cloud, data, AI, connectivity, software, digital engineering and platforms. The Group reported in 2020 global revenues of €16 billion.</a:t>
            </a:r>
            <a:endParaRPr lang="en-US" sz="900" kern="1200" dirty="0">
              <a:solidFill>
                <a:schemeClr val="lt1"/>
              </a:solidFill>
              <a:effectLst/>
              <a:latin typeface="+mn-lt"/>
              <a:ea typeface="+mn-ea"/>
              <a:cs typeface="+mn-cs"/>
            </a:endParaRPr>
          </a:p>
        </p:txBody>
      </p:sp>
      <p:sp>
        <p:nvSpPr>
          <p:cNvPr id="25" name="Rectangle 24">
            <a:extLst>
              <a:ext uri="{FF2B5EF4-FFF2-40B4-BE49-F238E27FC236}">
                <a16:creationId xmlns:a16="http://schemas.microsoft.com/office/drawing/2014/main" id="{70346E06-447F-4987-8A70-EF682B77014F}"/>
              </a:ext>
            </a:extLst>
          </p:cNvPr>
          <p:cNvSpPr/>
          <p:nvPr userDrawn="1"/>
        </p:nvSpPr>
        <p:spPr>
          <a:xfrm>
            <a:off x="428632" y="1066912"/>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dirty="0">
                <a:solidFill>
                  <a:schemeClr val="bg1"/>
                </a:solidFill>
                <a:latin typeface="Ubuntu" panose="020B0504030602030204" pitchFamily="34" charset="0"/>
              </a:rPr>
              <a:t>About Capgemini Invent</a:t>
            </a:r>
          </a:p>
        </p:txBody>
      </p:sp>
      <p:pic>
        <p:nvPicPr>
          <p:cNvPr id="26" name="Picture 7">
            <a:extLst>
              <a:ext uri="{FF2B5EF4-FFF2-40B4-BE49-F238E27FC236}">
                <a16:creationId xmlns:a16="http://schemas.microsoft.com/office/drawing/2014/main" id="{771E6B48-4DF0-43D5-A92F-C861B5F0CB21}"/>
              </a:ext>
            </a:extLst>
          </p:cNvPr>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7765515" y="5383762"/>
            <a:ext cx="4024242" cy="1212215"/>
          </a:xfrm>
          <a:prstGeom prst="rect">
            <a:avLst/>
          </a:prstGeom>
        </p:spPr>
      </p:pic>
    </p:spTree>
    <p:extLst>
      <p:ext uri="{BB962C8B-B14F-4D97-AF65-F5344CB8AC3E}">
        <p14:creationId xmlns:p14="http://schemas.microsoft.com/office/powerpoint/2010/main" val="290119583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Picture 7">
            <a:extLst>
              <a:ext uri="{FF2B5EF4-FFF2-40B4-BE49-F238E27FC236}">
                <a16:creationId xmlns:a16="http://schemas.microsoft.com/office/drawing/2014/main" id="{F2A899A2-5662-40A6-B2F6-F6BFA41348B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1107" y="533779"/>
            <a:ext cx="4024242" cy="1212215"/>
          </a:xfrm>
          <a:prstGeom prst="rect">
            <a:avLst/>
          </a:prstGeom>
        </p:spPr>
      </p:pic>
    </p:spTree>
    <p:extLst>
      <p:ext uri="{BB962C8B-B14F-4D97-AF65-F5344CB8AC3E}">
        <p14:creationId xmlns:p14="http://schemas.microsoft.com/office/powerpoint/2010/main" val="961842442"/>
      </p:ext>
    </p:extLst>
  </p:cSld>
  <p:clrMapOvr>
    <a:masterClrMapping/>
  </p:clrMapOvr>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11_Vide">
    <p:bg>
      <p:bgPr>
        <a:solidFill>
          <a:schemeClr val="tx2"/>
        </a:solidFill>
        <a:effectLst/>
      </p:bgPr>
    </p:bg>
    <p:spTree>
      <p:nvGrpSpPr>
        <p:cNvPr id="1" name=""/>
        <p:cNvGrpSpPr/>
        <p:nvPr/>
      </p:nvGrpSpPr>
      <p:grpSpPr>
        <a:xfrm>
          <a:off x="0" y="0"/>
          <a:ext cx="0" cy="0"/>
          <a:chOff x="0" y="0"/>
          <a:chExt cx="0" cy="0"/>
        </a:xfrm>
      </p:grpSpPr>
      <p:pic>
        <p:nvPicPr>
          <p:cNvPr id="12" name="Picture 11"/>
          <p:cNvPicPr>
            <a:picLocks noChangeAspect="1"/>
          </p:cNvPicPr>
          <p:nvPr userDrawn="1"/>
        </p:nvPicPr>
        <p:blipFill rotWithShape="1">
          <a:blip r:embed="rId3" cstate="print">
            <a:extLst>
              <a:ext uri="{28A0092B-C50C-407E-A947-70E740481C1C}">
                <a14:useLocalDpi xmlns:a14="http://schemas.microsoft.com/office/drawing/2010/main"/>
              </a:ext>
            </a:extLst>
          </a:blip>
          <a:srcRect t="-37084"/>
          <a:stretch/>
        </p:blipFill>
        <p:spPr>
          <a:xfrm>
            <a:off x="0" y="0"/>
            <a:ext cx="12192000" cy="6858000"/>
          </a:xfrm>
          <a:prstGeom prst="rect">
            <a:avLst/>
          </a:prstGeom>
        </p:spPr>
      </p:pic>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5" name="Object 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Rectangle 12"/>
          <p:cNvSpPr/>
          <p:nvPr userDrawn="1"/>
        </p:nvSpPr>
        <p:spPr>
          <a:xfrm>
            <a:off x="0" y="0"/>
            <a:ext cx="12192000" cy="6858000"/>
          </a:xfrm>
          <a:prstGeom prst="rect">
            <a:avLst/>
          </a:prstGeom>
          <a:gradFill flip="none" rotWithShape="1">
            <a:gsLst>
              <a:gs pos="90000">
                <a:srgbClr val="000000">
                  <a:alpha val="28000"/>
                </a:srgbClr>
              </a:gs>
              <a:gs pos="51000">
                <a:schemeClr val="tx1"/>
              </a:gs>
              <a:gs pos="100000">
                <a:schemeClr val="tx1">
                  <a:alpha val="2000"/>
                </a:schemeClr>
              </a:gs>
            </a:gsLst>
            <a:lin ang="54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endParaRPr lang="en-GB" sz="1200">
              <a:solidFill>
                <a:schemeClr val="tx1"/>
              </a:solidFill>
            </a:endParaRPr>
          </a:p>
        </p:txBody>
      </p:sp>
      <p:sp>
        <p:nvSpPr>
          <p:cNvPr id="3" name="Title 1">
            <a:extLst>
              <a:ext uri="{FF2B5EF4-FFF2-40B4-BE49-F238E27FC236}">
                <a16:creationId xmlns:a16="http://schemas.microsoft.com/office/drawing/2014/main" id="{E0E25B61-DB68-4743-89F8-BD85B97E1016}"/>
              </a:ext>
            </a:extLst>
          </p:cNvPr>
          <p:cNvSpPr>
            <a:spLocks noGrp="1"/>
          </p:cNvSpPr>
          <p:nvPr>
            <p:ph type="title"/>
          </p:nvPr>
        </p:nvSpPr>
        <p:spPr>
          <a:xfrm>
            <a:off x="550199" y="0"/>
            <a:ext cx="11365575" cy="1104900"/>
          </a:xfrm>
        </p:spPr>
        <p:txBody>
          <a:bodyPr tIns="180000" anchor="t"/>
          <a:lstStyle>
            <a:lvl1pPr>
              <a:spcBef>
                <a:spcPts val="0"/>
              </a:spcBef>
              <a:defRPr spc="200" baseline="0">
                <a:solidFill>
                  <a:schemeClr val="bg1"/>
                </a:solidFill>
                <a:latin typeface="+mn-lt"/>
              </a:defRPr>
            </a:lvl1pPr>
          </a:lstStyle>
          <a:p>
            <a:r>
              <a:rPr lang="en-US"/>
              <a:t>Click to edit Master title style</a:t>
            </a:r>
            <a:endParaRPr lang="en-GB"/>
          </a:p>
        </p:txBody>
      </p:sp>
      <p:sp>
        <p:nvSpPr>
          <p:cNvPr id="4" name="Date Placeholder 34">
            <a:extLst>
              <a:ext uri="{FF2B5EF4-FFF2-40B4-BE49-F238E27FC236}">
                <a16:creationId xmlns:a16="http://schemas.microsoft.com/office/drawing/2014/main" id="{C97B6DD1-8F38-CE44-97D9-FDB7CAE3C42D}"/>
              </a:ext>
            </a:extLst>
          </p:cNvPr>
          <p:cNvSpPr>
            <a:spLocks noGrp="1"/>
          </p:cNvSpPr>
          <p:nvPr>
            <p:ph type="dt" sz="half" idx="2"/>
          </p:nvPr>
        </p:nvSpPr>
        <p:spPr>
          <a:xfrm>
            <a:off x="8151813" y="6650661"/>
            <a:ext cx="3159773" cy="123111"/>
          </a:xfrm>
          <a:prstGeom prst="rect">
            <a:avLst/>
          </a:prstGeom>
        </p:spPr>
        <p:txBody>
          <a:bodyPr wrap="none" lIns="0" tIns="0" rIns="0" bIns="0" anchor="ctr" anchorCtr="0">
            <a:noAutofit/>
          </a:bodyPr>
          <a:lstStyle>
            <a:lvl1pPr>
              <a:defRPr lang="de-DE" sz="800" smtClean="0">
                <a:solidFill>
                  <a:schemeClr val="bg1">
                    <a:lumMod val="65000"/>
                  </a:schemeClr>
                </a:solidFill>
                <a:latin typeface="+mn-lt"/>
              </a:defRPr>
            </a:lvl1pPr>
          </a:lstStyle>
          <a:p>
            <a:pPr algn="r">
              <a:spcBef>
                <a:spcPts val="1000"/>
              </a:spcBef>
            </a:pPr>
            <a:endParaRPr lang="en-US"/>
          </a:p>
        </p:txBody>
      </p:sp>
      <p:sp>
        <p:nvSpPr>
          <p:cNvPr id="6" name="Slide Number Placeholder 37">
            <a:extLst>
              <a:ext uri="{FF2B5EF4-FFF2-40B4-BE49-F238E27FC236}">
                <a16:creationId xmlns:a16="http://schemas.microsoft.com/office/drawing/2014/main" id="{996615B7-28E7-5D47-B51C-96CFF08B48B1}"/>
              </a:ext>
            </a:extLst>
          </p:cNvPr>
          <p:cNvSpPr>
            <a:spLocks noGrp="1"/>
          </p:cNvSpPr>
          <p:nvPr>
            <p:ph type="sldNum" sz="quarter" idx="4"/>
          </p:nvPr>
        </p:nvSpPr>
        <p:spPr>
          <a:xfrm>
            <a:off x="11407951" y="6650661"/>
            <a:ext cx="232665" cy="123111"/>
          </a:xfrm>
          <a:prstGeom prst="rect">
            <a:avLst/>
          </a:prstGeom>
        </p:spPr>
        <p:txBody>
          <a:bodyPr wrap="square" lIns="0" tIns="0" rIns="0" bIns="0" anchor="ctr" anchorCtr="0">
            <a:spAutoFit/>
          </a:bodyPr>
          <a:lstStyle>
            <a:lvl1pPr>
              <a:defRPr lang="de-DE" sz="80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grpSp>
        <p:nvGrpSpPr>
          <p:cNvPr id="9" name="Group 37">
            <a:extLst>
              <a:ext uri="{FF2B5EF4-FFF2-40B4-BE49-F238E27FC236}">
                <a16:creationId xmlns:a16="http://schemas.microsoft.com/office/drawing/2014/main" id="{8045CCAE-BD2B-495D-9881-0F2682E7F5DC}"/>
              </a:ext>
            </a:extLst>
          </p:cNvPr>
          <p:cNvGrpSpPr/>
          <p:nvPr userDrawn="1"/>
        </p:nvGrpSpPr>
        <p:grpSpPr>
          <a:xfrm>
            <a:off x="11501102" y="171573"/>
            <a:ext cx="419436" cy="388087"/>
            <a:chOff x="5481638" y="2859088"/>
            <a:chExt cx="1231900" cy="1139825"/>
          </a:xfrm>
          <a:solidFill>
            <a:schemeClr val="bg1"/>
          </a:solidFill>
        </p:grpSpPr>
        <p:sp>
          <p:nvSpPr>
            <p:cNvPr id="10" name="Freeform 320">
              <a:extLst>
                <a:ext uri="{FF2B5EF4-FFF2-40B4-BE49-F238E27FC236}">
                  <a16:creationId xmlns:a16="http://schemas.microsoft.com/office/drawing/2014/main" id="{6A17AE04-922A-4540-99C5-F8D62C3B08E0}"/>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321">
              <a:extLst>
                <a:ext uri="{FF2B5EF4-FFF2-40B4-BE49-F238E27FC236}">
                  <a16:creationId xmlns:a16="http://schemas.microsoft.com/office/drawing/2014/main" id="{DF832F2C-D3A7-4DE5-96EA-08ADD488B23C}"/>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25120007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lvl1pPr>
              <a:defRPr sz="2200"/>
            </a:lvl1pPr>
          </a:lstStyle>
          <a:p>
            <a:r>
              <a:rPr lang="en-US"/>
              <a:t>Click to edit Master title style</a:t>
            </a:r>
            <a:endParaRPr lang="en-GB"/>
          </a:p>
        </p:txBody>
      </p:sp>
    </p:spTree>
    <p:extLst>
      <p:ext uri="{BB962C8B-B14F-4D97-AF65-F5344CB8AC3E}">
        <p14:creationId xmlns:p14="http://schemas.microsoft.com/office/powerpoint/2010/main" val="27801205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slideLayout" Target="../slideLayouts/slideLayout30.xml"/><Relationship Id="rId26" Type="http://schemas.openxmlformats.org/officeDocument/2006/relationships/slideLayout" Target="../slideLayouts/slideLayout38.xml"/><Relationship Id="rId3" Type="http://schemas.openxmlformats.org/officeDocument/2006/relationships/slideLayout" Target="../slideLayouts/slideLayout15.xml"/><Relationship Id="rId21" Type="http://schemas.openxmlformats.org/officeDocument/2006/relationships/slideLayout" Target="../slideLayouts/slideLayout33.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slideLayout" Target="../slideLayouts/slideLayout32.xml"/><Relationship Id="rId29" Type="http://schemas.openxmlformats.org/officeDocument/2006/relationships/theme" Target="../theme/theme2.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32" Type="http://schemas.openxmlformats.org/officeDocument/2006/relationships/image" Target="../media/image1.emf"/><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slideLayout" Target="../slideLayouts/slideLayout40.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31" Type="http://schemas.openxmlformats.org/officeDocument/2006/relationships/oleObject" Target="../embeddings/oleObject1.bin"/><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slideLayout" Target="../slideLayouts/slideLayout39.xml"/><Relationship Id="rId30" Type="http://schemas.openxmlformats.org/officeDocument/2006/relationships/tags" Target="../tags/tag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8.xml"/><Relationship Id="rId13" Type="http://schemas.openxmlformats.org/officeDocument/2006/relationships/slideLayout" Target="../slideLayouts/slideLayout53.xml"/><Relationship Id="rId18" Type="http://schemas.openxmlformats.org/officeDocument/2006/relationships/slideLayout" Target="../slideLayouts/slideLayout58.xml"/><Relationship Id="rId26" Type="http://schemas.openxmlformats.org/officeDocument/2006/relationships/image" Target="../media/image1.emf"/><Relationship Id="rId3" Type="http://schemas.openxmlformats.org/officeDocument/2006/relationships/slideLayout" Target="../slideLayouts/slideLayout43.xml"/><Relationship Id="rId21" Type="http://schemas.openxmlformats.org/officeDocument/2006/relationships/slideLayout" Target="../slideLayouts/slideLayout61.xml"/><Relationship Id="rId7" Type="http://schemas.openxmlformats.org/officeDocument/2006/relationships/slideLayout" Target="../slideLayouts/slideLayout47.xml"/><Relationship Id="rId12" Type="http://schemas.openxmlformats.org/officeDocument/2006/relationships/slideLayout" Target="../slideLayouts/slideLayout52.xml"/><Relationship Id="rId17" Type="http://schemas.openxmlformats.org/officeDocument/2006/relationships/slideLayout" Target="../slideLayouts/slideLayout57.xml"/><Relationship Id="rId25" Type="http://schemas.openxmlformats.org/officeDocument/2006/relationships/oleObject" Target="../embeddings/oleObject1.bin"/><Relationship Id="rId2" Type="http://schemas.openxmlformats.org/officeDocument/2006/relationships/slideLayout" Target="../slideLayouts/slideLayout42.xml"/><Relationship Id="rId16" Type="http://schemas.openxmlformats.org/officeDocument/2006/relationships/slideLayout" Target="../slideLayouts/slideLayout56.xml"/><Relationship Id="rId20" Type="http://schemas.openxmlformats.org/officeDocument/2006/relationships/slideLayout" Target="../slideLayouts/slideLayout60.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24" Type="http://schemas.openxmlformats.org/officeDocument/2006/relationships/tags" Target="../tags/tag13.xml"/><Relationship Id="rId5" Type="http://schemas.openxmlformats.org/officeDocument/2006/relationships/slideLayout" Target="../slideLayouts/slideLayout45.xml"/><Relationship Id="rId15" Type="http://schemas.openxmlformats.org/officeDocument/2006/relationships/slideLayout" Target="../slideLayouts/slideLayout55.xml"/><Relationship Id="rId23" Type="http://schemas.openxmlformats.org/officeDocument/2006/relationships/theme" Target="../theme/theme3.xml"/><Relationship Id="rId10" Type="http://schemas.openxmlformats.org/officeDocument/2006/relationships/slideLayout" Target="../slideLayouts/slideLayout50.xml"/><Relationship Id="rId19" Type="http://schemas.openxmlformats.org/officeDocument/2006/relationships/slideLayout" Target="../slideLayouts/slideLayout59.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4" Type="http://schemas.openxmlformats.org/officeDocument/2006/relationships/slideLayout" Target="../slideLayouts/slideLayout54.xml"/><Relationship Id="rId22"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624B12-AEC7-40E1-9950-72211DE66B24}" type="datetimeFigureOut">
              <a:rPr lang="en-US" smtClean="0"/>
              <a:t>1/23/2026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118F4A-86BA-4DCE-AFE8-572205A6F51C}" type="slidenum">
              <a:rPr lang="en-US" smtClean="0"/>
              <a:t>‹#›</a:t>
            </a:fld>
            <a:endParaRPr lang="en-US"/>
          </a:p>
        </p:txBody>
      </p:sp>
    </p:spTree>
    <p:extLst>
      <p:ext uri="{BB962C8B-B14F-4D97-AF65-F5344CB8AC3E}">
        <p14:creationId xmlns:p14="http://schemas.microsoft.com/office/powerpoint/2010/main" val="4195178008"/>
      </p:ext>
    </p:extLst>
  </p:cSld>
  <p:clrMap bg1="dk1" tx1="lt1" bg2="dk2" tx2="lt2" accent1="accent1" accent2="accent2" accent3="accent3" accent4="accent4" accent5="accent5" accent6="accent6" hlink="hlink" folHlink="folHlink"/>
  <p:sldLayoutIdLst>
    <p:sldLayoutId id="2147484044" r:id="rId1"/>
    <p:sldLayoutId id="2147484045" r:id="rId2"/>
    <p:sldLayoutId id="2147484046" r:id="rId3"/>
    <p:sldLayoutId id="2147484047" r:id="rId4"/>
    <p:sldLayoutId id="2147484048" r:id="rId5"/>
    <p:sldLayoutId id="2147484049" r:id="rId6"/>
    <p:sldLayoutId id="2147484050" r:id="rId7"/>
    <p:sldLayoutId id="2147484051" r:id="rId8"/>
    <p:sldLayoutId id="2147484052" r:id="rId9"/>
    <p:sldLayoutId id="2147484053" r:id="rId10"/>
    <p:sldLayoutId id="2147484054" r:id="rId11"/>
    <p:sldLayoutId id="214748405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0"/>
            </p:custDataLst>
            <p:extLst>
              <p:ext uri="{D42A27DB-BD31-4B8C-83A1-F6EECF244321}">
                <p14:modId xmlns:p14="http://schemas.microsoft.com/office/powerpoint/2010/main" val="5332534"/>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1" imgW="270" imgH="270" progId="TCLayout.ActiveDocument.1">
                  <p:embed/>
                </p:oleObj>
              </mc:Choice>
              <mc:Fallback>
                <p:oleObj name="think-cell Slide" r:id="rId31" imgW="270" imgH="270" progId="TCLayout.ActiveDocument.1">
                  <p:embed/>
                  <p:pic>
                    <p:nvPicPr>
                      <p:cNvPr id="21" name="Object 20" hidden="1"/>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 / 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Invent 2021. All rights reserved  |</a:t>
            </a:r>
          </a:p>
        </p:txBody>
      </p:sp>
    </p:spTree>
    <p:extLst>
      <p:ext uri="{BB962C8B-B14F-4D97-AF65-F5344CB8AC3E}">
        <p14:creationId xmlns:p14="http://schemas.microsoft.com/office/powerpoint/2010/main" val="4210399913"/>
      </p:ext>
    </p:extLst>
  </p:cSld>
  <p:clrMap bg1="lt1" tx1="dk1" bg2="lt2" tx2="dk2" accent1="accent1" accent2="accent2" accent3="accent3" accent4="accent4" accent5="accent5" accent6="accent6" hlink="hlink" folHlink="folHlink"/>
  <p:sldLayoutIdLst>
    <p:sldLayoutId id="2147484065" r:id="rId1"/>
    <p:sldLayoutId id="2147484066" r:id="rId2"/>
    <p:sldLayoutId id="2147484067" r:id="rId3"/>
    <p:sldLayoutId id="2147484068" r:id="rId4"/>
    <p:sldLayoutId id="2147484069" r:id="rId5"/>
    <p:sldLayoutId id="2147484070" r:id="rId6"/>
    <p:sldLayoutId id="2147484071" r:id="rId7"/>
    <p:sldLayoutId id="2147484072" r:id="rId8"/>
    <p:sldLayoutId id="2147484073" r:id="rId9"/>
    <p:sldLayoutId id="2147484074" r:id="rId10"/>
    <p:sldLayoutId id="2147484075" r:id="rId11"/>
    <p:sldLayoutId id="2147484076" r:id="rId12"/>
    <p:sldLayoutId id="2147484077" r:id="rId13"/>
    <p:sldLayoutId id="2147484078" r:id="rId14"/>
    <p:sldLayoutId id="2147484079" r:id="rId15"/>
    <p:sldLayoutId id="2147484080" r:id="rId16"/>
    <p:sldLayoutId id="2147484081" r:id="rId17"/>
    <p:sldLayoutId id="2147484082" r:id="rId18"/>
    <p:sldLayoutId id="2147484083" r:id="rId19"/>
    <p:sldLayoutId id="2147484084" r:id="rId20"/>
    <p:sldLayoutId id="2147484085" r:id="rId21"/>
    <p:sldLayoutId id="2147484086" r:id="rId22"/>
    <p:sldLayoutId id="2147484087" r:id="rId23"/>
    <p:sldLayoutId id="2147484088" r:id="rId24"/>
    <p:sldLayoutId id="2147484089" r:id="rId25"/>
    <p:sldLayoutId id="2147484090" r:id="rId26"/>
    <p:sldLayoutId id="2147484091" r:id="rId27"/>
    <p:sldLayoutId id="2147484092" r:id="rId28"/>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4"/>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5" imgW="270" imgH="270" progId="TCLayout.ActiveDocument.1">
                  <p:embed/>
                </p:oleObj>
              </mc:Choice>
              <mc:Fallback>
                <p:oleObj name="think-cell Slide" r:id="rId25" imgW="270" imgH="270" progId="TCLayout.ActiveDocument.1">
                  <p:embed/>
                  <p:pic>
                    <p:nvPicPr>
                      <p:cNvPr id="21" name="Object 20" hidden="1"/>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dirty="0"/>
              <a:t>CLICK TO INSERT TITLE</a:t>
            </a:r>
            <a:endParaRPr lang="en-US" dirty="0"/>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latin typeface="Ubuntu" panose="020B0504030602030204" pitchFamily="34" charset="0"/>
                </a:rPr>
                <a:t>1</a:t>
              </a:r>
            </a:p>
            <a:p>
              <a:pPr algn="ctr">
                <a:lnSpc>
                  <a:spcPct val="90000"/>
                </a:lnSpc>
                <a:spcAft>
                  <a:spcPts val="0"/>
                </a:spcAft>
              </a:pPr>
              <a:r>
                <a:rPr lang="en-GB" sz="700" dirty="0">
                  <a:latin typeface="Ubuntu" panose="020B0504030602030204" pitchFamily="34" charset="0"/>
                </a:rPr>
                <a:t>112</a:t>
              </a:r>
            </a:p>
            <a:p>
              <a:pPr algn="ctr">
                <a:lnSpc>
                  <a:spcPct val="90000"/>
                </a:lnSpc>
                <a:spcAft>
                  <a:spcPts val="0"/>
                </a:spcAft>
              </a:pPr>
              <a:r>
                <a:rPr lang="en-GB" sz="700" dirty="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solidFill>
                    <a:schemeClr val="tx1"/>
                  </a:solidFill>
                  <a:latin typeface="Ubuntu" panose="020B0504030602030204" pitchFamily="34" charset="0"/>
                </a:rPr>
                <a:t>18</a:t>
              </a:r>
            </a:p>
            <a:p>
              <a:pPr algn="ctr">
                <a:lnSpc>
                  <a:spcPct val="90000"/>
                </a:lnSpc>
                <a:spcAft>
                  <a:spcPts val="0"/>
                </a:spcAft>
              </a:pPr>
              <a:r>
                <a:rPr lang="en-GB" sz="700" dirty="0">
                  <a:solidFill>
                    <a:schemeClr val="tx1"/>
                  </a:solidFill>
                  <a:latin typeface="Ubuntu" panose="020B0504030602030204" pitchFamily="34" charset="0"/>
                </a:rPr>
                <a:t>171</a:t>
              </a:r>
            </a:p>
            <a:p>
              <a:pPr algn="ctr">
                <a:lnSpc>
                  <a:spcPct val="90000"/>
                </a:lnSpc>
                <a:spcAft>
                  <a:spcPts val="0"/>
                </a:spcAft>
              </a:pPr>
              <a:r>
                <a:rPr lang="en-GB" sz="700" dirty="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latin typeface="Ubuntu" panose="020B0504030602030204" pitchFamily="34" charset="0"/>
                </a:rPr>
                <a:t>43</a:t>
              </a:r>
            </a:p>
            <a:p>
              <a:pPr algn="ctr">
                <a:lnSpc>
                  <a:spcPct val="90000"/>
                </a:lnSpc>
                <a:spcAft>
                  <a:spcPts val="0"/>
                </a:spcAft>
              </a:pPr>
              <a:r>
                <a:rPr lang="en-GB" sz="700" dirty="0">
                  <a:latin typeface="Ubuntu" panose="020B0504030602030204" pitchFamily="34" charset="0"/>
                </a:rPr>
                <a:t>10</a:t>
              </a:r>
            </a:p>
            <a:p>
              <a:pPr algn="ctr">
                <a:lnSpc>
                  <a:spcPct val="90000"/>
                </a:lnSpc>
                <a:spcAft>
                  <a:spcPts val="0"/>
                </a:spcAft>
              </a:pPr>
              <a:r>
                <a:rPr lang="en-GB" sz="700" dirty="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latin typeface="Ubuntu" panose="020B0504030602030204" pitchFamily="34" charset="0"/>
                </a:rPr>
                <a:t>39</a:t>
              </a:r>
            </a:p>
            <a:p>
              <a:pPr algn="ctr">
                <a:lnSpc>
                  <a:spcPct val="90000"/>
                </a:lnSpc>
                <a:spcAft>
                  <a:spcPts val="0"/>
                </a:spcAft>
              </a:pPr>
              <a:r>
                <a:rPr lang="en-GB" sz="700" dirty="0">
                  <a:latin typeface="Ubuntu" panose="020B0504030602030204" pitchFamily="34" charset="0"/>
                </a:rPr>
                <a:t>41</a:t>
              </a:r>
            </a:p>
            <a:p>
              <a:pPr algn="ctr">
                <a:lnSpc>
                  <a:spcPct val="90000"/>
                </a:lnSpc>
                <a:spcAft>
                  <a:spcPts val="0"/>
                </a:spcAft>
              </a:pPr>
              <a:r>
                <a:rPr lang="en-GB" sz="700" dirty="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solidFill>
                    <a:schemeClr val="tx1"/>
                  </a:solidFill>
                  <a:latin typeface="Ubuntu" panose="020B0504030602030204" pitchFamily="34" charset="0"/>
                </a:rPr>
                <a:t>236</a:t>
              </a:r>
            </a:p>
            <a:p>
              <a:pPr algn="ctr">
                <a:lnSpc>
                  <a:spcPct val="90000"/>
                </a:lnSpc>
                <a:spcAft>
                  <a:spcPts val="0"/>
                </a:spcAft>
              </a:pPr>
              <a:r>
                <a:rPr lang="en-GB" sz="700" dirty="0">
                  <a:solidFill>
                    <a:schemeClr val="tx1"/>
                  </a:solidFill>
                  <a:latin typeface="Ubuntu" panose="020B0504030602030204" pitchFamily="34" charset="0"/>
                </a:rPr>
                <a:t>236</a:t>
              </a:r>
            </a:p>
            <a:p>
              <a:pPr algn="ctr">
                <a:lnSpc>
                  <a:spcPct val="90000"/>
                </a:lnSpc>
                <a:spcAft>
                  <a:spcPts val="0"/>
                </a:spcAft>
              </a:pPr>
              <a:r>
                <a:rPr lang="en-GB" sz="700" dirty="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142</a:t>
              </a:r>
            </a:p>
            <a:p>
              <a:pPr algn="ctr">
                <a:lnSpc>
                  <a:spcPct val="90000"/>
                </a:lnSpc>
                <a:spcAft>
                  <a:spcPts val="0"/>
                </a:spcAft>
              </a:pPr>
              <a:r>
                <a:rPr lang="en-US" sz="700" dirty="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156</a:t>
              </a:r>
            </a:p>
            <a:p>
              <a:pPr algn="ctr">
                <a:lnSpc>
                  <a:spcPct val="90000"/>
                </a:lnSpc>
                <a:spcAft>
                  <a:spcPts val="0"/>
                </a:spcAft>
              </a:pPr>
              <a:r>
                <a:rPr lang="en-US" sz="700" dirty="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178</a:t>
              </a:r>
            </a:p>
            <a:p>
              <a:pPr algn="ctr">
                <a:lnSpc>
                  <a:spcPct val="90000"/>
                </a:lnSpc>
                <a:spcAft>
                  <a:spcPts val="0"/>
                </a:spcAft>
              </a:pPr>
              <a:r>
                <a:rPr lang="en-US" sz="700" dirty="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208</a:t>
              </a:r>
            </a:p>
            <a:p>
              <a:pPr algn="ctr">
                <a:lnSpc>
                  <a:spcPct val="90000"/>
                </a:lnSpc>
                <a:spcAft>
                  <a:spcPts val="0"/>
                </a:spcAft>
              </a:pPr>
              <a:r>
                <a:rPr lang="en-US" sz="700" dirty="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218</a:t>
              </a:r>
            </a:p>
            <a:p>
              <a:pPr algn="ctr">
                <a:lnSpc>
                  <a:spcPct val="90000"/>
                </a:lnSpc>
                <a:spcAft>
                  <a:spcPts val="0"/>
                </a:spcAft>
              </a:pPr>
              <a:r>
                <a:rPr lang="en-US" sz="700" dirty="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66</a:t>
              </a:r>
            </a:p>
            <a:p>
              <a:pPr algn="ctr">
                <a:lnSpc>
                  <a:spcPct val="90000"/>
                </a:lnSpc>
                <a:spcAft>
                  <a:spcPts val="0"/>
                </a:spcAft>
              </a:pPr>
              <a:r>
                <a:rPr lang="en-US" sz="700" dirty="0">
                  <a:solidFill>
                    <a:schemeClr val="bg1"/>
                  </a:solidFill>
                  <a:latin typeface="Ubuntu" panose="020B0504030602030204" pitchFamily="34" charset="0"/>
                </a:rPr>
                <a:t>20</a:t>
              </a:r>
            </a:p>
            <a:p>
              <a:pPr algn="ctr">
                <a:lnSpc>
                  <a:spcPct val="90000"/>
                </a:lnSpc>
                <a:spcAft>
                  <a:spcPts val="0"/>
                </a:spcAft>
              </a:pPr>
              <a:r>
                <a:rPr lang="en-US" sz="700" dirty="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89</a:t>
              </a:r>
            </a:p>
            <a:p>
              <a:pPr algn="ctr">
                <a:lnSpc>
                  <a:spcPct val="90000"/>
                </a:lnSpc>
                <a:spcAft>
                  <a:spcPts val="0"/>
                </a:spcAft>
              </a:pPr>
              <a:r>
                <a:rPr lang="en-US" sz="700" dirty="0">
                  <a:solidFill>
                    <a:schemeClr val="bg1"/>
                  </a:solidFill>
                  <a:latin typeface="Ubuntu" panose="020B0504030602030204" pitchFamily="34" charset="0"/>
                </a:rPr>
                <a:t>10</a:t>
              </a:r>
            </a:p>
            <a:p>
              <a:pPr algn="ctr">
                <a:lnSpc>
                  <a:spcPct val="90000"/>
                </a:lnSpc>
                <a:spcAft>
                  <a:spcPts val="0"/>
                </a:spcAft>
              </a:pPr>
              <a:r>
                <a:rPr lang="en-US" sz="700" dirty="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117</a:t>
              </a:r>
            </a:p>
            <a:p>
              <a:pPr algn="ctr">
                <a:lnSpc>
                  <a:spcPct val="90000"/>
                </a:lnSpc>
                <a:spcAft>
                  <a:spcPts val="0"/>
                </a:spcAft>
              </a:pPr>
              <a:r>
                <a:rPr lang="en-US" sz="700" dirty="0">
                  <a:solidFill>
                    <a:schemeClr val="bg1"/>
                  </a:solidFill>
                  <a:latin typeface="Ubuntu" panose="020B0504030602030204" pitchFamily="34" charset="0"/>
                </a:rPr>
                <a:t>13</a:t>
              </a:r>
            </a:p>
            <a:p>
              <a:pPr algn="ctr">
                <a:lnSpc>
                  <a:spcPct val="90000"/>
                </a:lnSpc>
                <a:spcAft>
                  <a:spcPts val="0"/>
                </a:spcAft>
              </a:pPr>
              <a:r>
                <a:rPr lang="en-US" sz="700" dirty="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128</a:t>
              </a:r>
            </a:p>
            <a:p>
              <a:pPr algn="ctr">
                <a:lnSpc>
                  <a:spcPct val="90000"/>
                </a:lnSpc>
                <a:spcAft>
                  <a:spcPts val="0"/>
                </a:spcAft>
              </a:pPr>
              <a:r>
                <a:rPr lang="en-US" sz="700" dirty="0">
                  <a:solidFill>
                    <a:schemeClr val="bg1"/>
                  </a:solidFill>
                  <a:latin typeface="Ubuntu" panose="020B0504030602030204" pitchFamily="34" charset="0"/>
                </a:rPr>
                <a:t>43</a:t>
              </a:r>
            </a:p>
            <a:p>
              <a:pPr algn="ctr">
                <a:lnSpc>
                  <a:spcPct val="90000"/>
                </a:lnSpc>
                <a:spcAft>
                  <a:spcPts val="0"/>
                </a:spcAft>
              </a:pPr>
              <a:r>
                <a:rPr lang="en-US" sz="700" dirty="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158</a:t>
              </a:r>
            </a:p>
            <a:p>
              <a:pPr algn="ctr">
                <a:lnSpc>
                  <a:spcPct val="90000"/>
                </a:lnSpc>
                <a:spcAft>
                  <a:spcPts val="0"/>
                </a:spcAft>
              </a:pPr>
              <a:r>
                <a:rPr lang="en-US" sz="700" dirty="0">
                  <a:solidFill>
                    <a:schemeClr val="bg1"/>
                  </a:solidFill>
                  <a:latin typeface="Ubuntu" panose="020B0504030602030204" pitchFamily="34" charset="0"/>
                </a:rPr>
                <a:t>71</a:t>
              </a:r>
            </a:p>
            <a:p>
              <a:pPr algn="ctr">
                <a:lnSpc>
                  <a:spcPct val="90000"/>
                </a:lnSpc>
                <a:spcAft>
                  <a:spcPts val="0"/>
                </a:spcAft>
              </a:pPr>
              <a:r>
                <a:rPr lang="en-US" sz="700" dirty="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166</a:t>
              </a:r>
            </a:p>
            <a:p>
              <a:pPr algn="ctr">
                <a:lnSpc>
                  <a:spcPct val="90000"/>
                </a:lnSpc>
                <a:spcAft>
                  <a:spcPts val="0"/>
                </a:spcAft>
              </a:pPr>
              <a:r>
                <a:rPr lang="en-US" sz="700" dirty="0">
                  <a:solidFill>
                    <a:schemeClr val="bg1"/>
                  </a:solidFill>
                  <a:latin typeface="Ubuntu" panose="020B0504030602030204" pitchFamily="34" charset="0"/>
                </a:rPr>
                <a:t>0</a:t>
              </a:r>
            </a:p>
            <a:p>
              <a:pPr algn="ctr">
                <a:lnSpc>
                  <a:spcPct val="90000"/>
                </a:lnSpc>
                <a:spcAft>
                  <a:spcPts val="0"/>
                </a:spcAft>
              </a:pPr>
              <a:r>
                <a:rPr lang="en-US" sz="700" dirty="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227</a:t>
              </a:r>
            </a:p>
            <a:p>
              <a:pPr algn="ctr">
                <a:lnSpc>
                  <a:spcPct val="90000"/>
                </a:lnSpc>
                <a:spcAft>
                  <a:spcPts val="0"/>
                </a:spcAft>
              </a:pPr>
              <a:r>
                <a:rPr lang="en-US" sz="700" dirty="0">
                  <a:solidFill>
                    <a:schemeClr val="bg1"/>
                  </a:solidFill>
                  <a:latin typeface="Ubuntu" panose="020B0504030602030204" pitchFamily="34" charset="0"/>
                </a:rPr>
                <a:t>03</a:t>
              </a:r>
            </a:p>
            <a:p>
              <a:pPr algn="ctr">
                <a:lnSpc>
                  <a:spcPct val="90000"/>
                </a:lnSpc>
                <a:spcAft>
                  <a:spcPts val="0"/>
                </a:spcAft>
              </a:pPr>
              <a:r>
                <a:rPr lang="en-US" sz="700" dirty="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48</a:t>
              </a:r>
            </a:p>
            <a:p>
              <a:pPr algn="ctr">
                <a:lnSpc>
                  <a:spcPct val="90000"/>
                </a:lnSpc>
                <a:spcAft>
                  <a:spcPts val="0"/>
                </a:spcAft>
              </a:pPr>
              <a:r>
                <a:rPr lang="en-US" sz="700" dirty="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69</a:t>
              </a:r>
            </a:p>
            <a:p>
              <a:pPr algn="ctr">
                <a:lnSpc>
                  <a:spcPct val="90000"/>
                </a:lnSpc>
                <a:spcAft>
                  <a:spcPts val="0"/>
                </a:spcAft>
              </a:pPr>
              <a:r>
                <a:rPr lang="en-US" sz="700" dirty="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87</a:t>
              </a:r>
            </a:p>
            <a:p>
              <a:pPr algn="ctr">
                <a:lnSpc>
                  <a:spcPct val="90000"/>
                </a:lnSpc>
                <a:spcAft>
                  <a:spcPts val="0"/>
                </a:spcAft>
              </a:pPr>
              <a:r>
                <a:rPr lang="en-US" sz="700" dirty="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129</a:t>
              </a:r>
            </a:p>
            <a:p>
              <a:pPr algn="ctr">
                <a:lnSpc>
                  <a:spcPct val="90000"/>
                </a:lnSpc>
                <a:spcAft>
                  <a:spcPts val="0"/>
                </a:spcAft>
              </a:pPr>
              <a:r>
                <a:rPr lang="en-US" sz="700" dirty="0">
                  <a:solidFill>
                    <a:schemeClr val="bg1"/>
                  </a:solidFill>
                  <a:latin typeface="Ubuntu" panose="020B0504030602030204" pitchFamily="34" charset="0"/>
                </a:rPr>
                <a:t>27</a:t>
              </a:r>
            </a:p>
            <a:p>
              <a:pPr algn="ctr">
                <a:lnSpc>
                  <a:spcPct val="90000"/>
                </a:lnSpc>
                <a:spcAft>
                  <a:spcPts val="0"/>
                </a:spcAft>
              </a:pPr>
              <a:r>
                <a:rPr lang="en-US" sz="700" dirty="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161</a:t>
              </a:r>
            </a:p>
            <a:p>
              <a:pPr algn="ctr">
                <a:lnSpc>
                  <a:spcPct val="90000"/>
                </a:lnSpc>
                <a:spcAft>
                  <a:spcPts val="0"/>
                </a:spcAft>
              </a:pPr>
              <a:r>
                <a:rPr lang="en-US" sz="700" dirty="0">
                  <a:solidFill>
                    <a:schemeClr val="bg1"/>
                  </a:solidFill>
                  <a:latin typeface="Ubuntu" panose="020B0504030602030204" pitchFamily="34" charset="0"/>
                </a:rPr>
                <a:t>41</a:t>
              </a:r>
            </a:p>
            <a:p>
              <a:pPr algn="ctr">
                <a:lnSpc>
                  <a:spcPct val="90000"/>
                </a:lnSpc>
                <a:spcAft>
                  <a:spcPts val="0"/>
                </a:spcAft>
              </a:pPr>
              <a:r>
                <a:rPr lang="en-US" sz="700" dirty="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186</a:t>
              </a:r>
            </a:p>
            <a:p>
              <a:pPr algn="ctr">
                <a:lnSpc>
                  <a:spcPct val="90000"/>
                </a:lnSpc>
                <a:spcAft>
                  <a:spcPts val="0"/>
                </a:spcAft>
              </a:pPr>
              <a:r>
                <a:rPr lang="en-US" sz="700" dirty="0">
                  <a:solidFill>
                    <a:schemeClr val="bg1"/>
                  </a:solidFill>
                  <a:latin typeface="Ubuntu" panose="020B0504030602030204" pitchFamily="34" charset="0"/>
                </a:rPr>
                <a:t>41</a:t>
              </a:r>
            </a:p>
            <a:p>
              <a:pPr algn="ctr">
                <a:lnSpc>
                  <a:spcPct val="90000"/>
                </a:lnSpc>
                <a:spcAft>
                  <a:spcPts val="0"/>
                </a:spcAft>
              </a:pPr>
              <a:r>
                <a:rPr lang="en-US" sz="700" dirty="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209</a:t>
              </a:r>
            </a:p>
            <a:p>
              <a:pPr algn="ctr">
                <a:lnSpc>
                  <a:spcPct val="90000"/>
                </a:lnSpc>
                <a:spcAft>
                  <a:spcPts val="0"/>
                </a:spcAft>
              </a:pPr>
              <a:r>
                <a:rPr lang="en-US" sz="700" dirty="0">
                  <a:latin typeface="Ubuntu" panose="020B0504030602030204" pitchFamily="34" charset="0"/>
                </a:rPr>
                <a:t>58</a:t>
              </a:r>
            </a:p>
            <a:p>
              <a:pPr algn="ctr">
                <a:lnSpc>
                  <a:spcPct val="90000"/>
                </a:lnSpc>
                <a:spcAft>
                  <a:spcPts val="0"/>
                </a:spcAft>
              </a:pPr>
              <a:r>
                <a:rPr lang="en-US" sz="700" dirty="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229</a:t>
              </a:r>
            </a:p>
            <a:p>
              <a:pPr algn="ctr">
                <a:lnSpc>
                  <a:spcPct val="90000"/>
                </a:lnSpc>
                <a:spcAft>
                  <a:spcPts val="0"/>
                </a:spcAft>
              </a:pPr>
              <a:r>
                <a:rPr lang="en-US" sz="700" dirty="0">
                  <a:latin typeface="Ubuntu" panose="020B0504030602030204" pitchFamily="34" charset="0"/>
                </a:rPr>
                <a:t>87</a:t>
              </a:r>
            </a:p>
            <a:p>
              <a:pPr algn="ctr">
                <a:lnSpc>
                  <a:spcPct val="90000"/>
                </a:lnSpc>
                <a:spcAft>
                  <a:spcPts val="0"/>
                </a:spcAft>
              </a:pPr>
              <a:r>
                <a:rPr lang="en-US" sz="700" dirty="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dirty="0">
                <a:latin typeface="Ubuntu" panose="020B0504030602030204" pitchFamily="34" charset="0"/>
              </a:rPr>
              <a:t>Security Classification:</a:t>
            </a:r>
          </a:p>
          <a:p>
            <a:r>
              <a:rPr lang="en-GB" sz="800" dirty="0">
                <a:latin typeface="Ubuntu" panose="020B0504030602030204" pitchFamily="34" charset="0"/>
              </a:rPr>
              <a:t>SEC0: Public</a:t>
            </a:r>
          </a:p>
          <a:p>
            <a:r>
              <a:rPr lang="en-GB" sz="800" dirty="0">
                <a:latin typeface="Ubuntu" panose="020B0504030602030204" pitchFamily="34" charset="0"/>
              </a:rPr>
              <a:t>SEC1: Company Confidential</a:t>
            </a:r>
          </a:p>
          <a:p>
            <a:r>
              <a:rPr lang="en-GB" sz="800" dirty="0">
                <a:latin typeface="Ubuntu" panose="020B0504030602030204" pitchFamily="34" charset="0"/>
              </a:rPr>
              <a:t>SEC2: Company Restricted / Customer restricted</a:t>
            </a:r>
          </a:p>
          <a:p>
            <a:r>
              <a:rPr lang="en-GB" sz="800" dirty="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15</a:t>
              </a:r>
            </a:p>
            <a:p>
              <a:pPr algn="ctr">
                <a:lnSpc>
                  <a:spcPct val="90000"/>
                </a:lnSpc>
                <a:spcAft>
                  <a:spcPts val="0"/>
                </a:spcAft>
              </a:pPr>
              <a:r>
                <a:rPr lang="en-US" sz="700" b="0" dirty="0">
                  <a:solidFill>
                    <a:schemeClr val="bg1"/>
                  </a:solidFill>
                  <a:latin typeface="Ubuntu" panose="020B0504030602030204" pitchFamily="34" charset="0"/>
                </a:rPr>
                <a:t>67</a:t>
              </a:r>
            </a:p>
            <a:p>
              <a:pPr algn="ctr">
                <a:lnSpc>
                  <a:spcPct val="90000"/>
                </a:lnSpc>
                <a:spcAft>
                  <a:spcPts val="0"/>
                </a:spcAft>
              </a:pPr>
              <a:r>
                <a:rPr lang="en-US" sz="700" b="0" dirty="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15</a:t>
              </a:r>
            </a:p>
            <a:p>
              <a:pPr algn="ctr">
                <a:lnSpc>
                  <a:spcPct val="90000"/>
                </a:lnSpc>
                <a:spcAft>
                  <a:spcPts val="0"/>
                </a:spcAft>
              </a:pPr>
              <a:r>
                <a:rPr lang="en-US" sz="700" b="0" dirty="0">
                  <a:solidFill>
                    <a:schemeClr val="bg1"/>
                  </a:solidFill>
                  <a:latin typeface="Ubuntu" panose="020B0504030602030204" pitchFamily="34" charset="0"/>
                </a:rPr>
                <a:t>106</a:t>
              </a:r>
            </a:p>
            <a:p>
              <a:pPr algn="ctr">
                <a:lnSpc>
                  <a:spcPct val="90000"/>
                </a:lnSpc>
                <a:spcAft>
                  <a:spcPts val="0"/>
                </a:spcAft>
              </a:pPr>
              <a:r>
                <a:rPr lang="en-US" sz="700" b="0" dirty="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15</a:t>
              </a:r>
            </a:p>
            <a:p>
              <a:pPr algn="ctr">
                <a:lnSpc>
                  <a:spcPct val="90000"/>
                </a:lnSpc>
                <a:spcAft>
                  <a:spcPts val="0"/>
                </a:spcAft>
              </a:pPr>
              <a:r>
                <a:rPr lang="en-US" sz="700" b="0" dirty="0">
                  <a:solidFill>
                    <a:schemeClr val="bg1"/>
                  </a:solidFill>
                  <a:latin typeface="Ubuntu" panose="020B0504030602030204" pitchFamily="34" charset="0"/>
                </a:rPr>
                <a:t>135</a:t>
              </a:r>
            </a:p>
            <a:p>
              <a:pPr algn="ctr">
                <a:lnSpc>
                  <a:spcPct val="90000"/>
                </a:lnSpc>
                <a:spcAft>
                  <a:spcPts val="0"/>
                </a:spcAft>
              </a:pPr>
              <a:r>
                <a:rPr lang="en-US" sz="700" b="0" dirty="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178</a:t>
              </a:r>
            </a:p>
            <a:p>
              <a:pPr algn="ctr">
                <a:lnSpc>
                  <a:spcPct val="90000"/>
                </a:lnSpc>
                <a:spcAft>
                  <a:spcPts val="0"/>
                </a:spcAft>
              </a:pPr>
              <a:r>
                <a:rPr lang="en-US" sz="700" b="0" dirty="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244</a:t>
              </a:r>
            </a:p>
            <a:p>
              <a:pPr algn="ctr">
                <a:lnSpc>
                  <a:spcPct val="90000"/>
                </a:lnSpc>
                <a:spcAft>
                  <a:spcPts val="0"/>
                </a:spcAft>
              </a:pPr>
              <a:r>
                <a:rPr lang="en-US" sz="700" b="0" dirty="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23</a:t>
              </a:r>
            </a:p>
            <a:p>
              <a:pPr algn="ctr">
                <a:lnSpc>
                  <a:spcPct val="90000"/>
                </a:lnSpc>
                <a:spcAft>
                  <a:spcPts val="0"/>
                </a:spcAft>
              </a:pPr>
              <a:r>
                <a:rPr lang="en-US" sz="700" b="0" dirty="0">
                  <a:solidFill>
                    <a:schemeClr val="bg1"/>
                  </a:solidFill>
                  <a:latin typeface="Ubuntu" panose="020B0504030602030204" pitchFamily="34" charset="0"/>
                </a:rPr>
                <a:t>128</a:t>
              </a:r>
            </a:p>
            <a:p>
              <a:pPr algn="ctr">
                <a:lnSpc>
                  <a:spcPct val="90000"/>
                </a:lnSpc>
                <a:spcAft>
                  <a:spcPts val="0"/>
                </a:spcAft>
              </a:pPr>
              <a:r>
                <a:rPr lang="en-US" sz="700" b="0" dirty="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23</a:t>
              </a:r>
            </a:p>
            <a:p>
              <a:pPr algn="ctr">
                <a:lnSpc>
                  <a:spcPct val="90000"/>
                </a:lnSpc>
                <a:spcAft>
                  <a:spcPts val="0"/>
                </a:spcAft>
              </a:pPr>
              <a:r>
                <a:rPr lang="en-US" sz="700" b="0" dirty="0">
                  <a:solidFill>
                    <a:schemeClr val="bg1"/>
                  </a:solidFill>
                  <a:latin typeface="Ubuntu" panose="020B0504030602030204" pitchFamily="34" charset="0"/>
                </a:rPr>
                <a:t>140</a:t>
              </a:r>
            </a:p>
            <a:p>
              <a:pPr algn="ctr">
                <a:lnSpc>
                  <a:spcPct val="90000"/>
                </a:lnSpc>
                <a:spcAft>
                  <a:spcPts val="0"/>
                </a:spcAft>
              </a:pPr>
              <a:r>
                <a:rPr lang="en-US" sz="700" b="0" dirty="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46</a:t>
              </a:r>
            </a:p>
            <a:p>
              <a:pPr algn="ctr">
                <a:lnSpc>
                  <a:spcPct val="90000"/>
                </a:lnSpc>
                <a:spcAft>
                  <a:spcPts val="0"/>
                </a:spcAft>
              </a:pPr>
              <a:r>
                <a:rPr lang="en-US" sz="700" b="0" dirty="0">
                  <a:latin typeface="Ubuntu" panose="020B0504030602030204" pitchFamily="34" charset="0"/>
                </a:rPr>
                <a:t>166</a:t>
              </a:r>
            </a:p>
            <a:p>
              <a:pPr algn="ctr">
                <a:lnSpc>
                  <a:spcPct val="90000"/>
                </a:lnSpc>
                <a:spcAft>
                  <a:spcPts val="0"/>
                </a:spcAft>
              </a:pPr>
              <a:r>
                <a:rPr lang="en-US" sz="700" b="0" dirty="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51</a:t>
              </a:r>
            </a:p>
            <a:p>
              <a:pPr algn="ctr">
                <a:lnSpc>
                  <a:spcPct val="90000"/>
                </a:lnSpc>
                <a:spcAft>
                  <a:spcPts val="0"/>
                </a:spcAft>
              </a:pPr>
              <a:r>
                <a:rPr lang="en-US" sz="700" b="0" dirty="0">
                  <a:latin typeface="Ubuntu" panose="020B0504030602030204" pitchFamily="34" charset="0"/>
                </a:rPr>
                <a:t>181</a:t>
              </a:r>
            </a:p>
            <a:p>
              <a:pPr algn="ctr">
                <a:lnSpc>
                  <a:spcPct val="90000"/>
                </a:lnSpc>
                <a:spcAft>
                  <a:spcPts val="0"/>
                </a:spcAft>
              </a:pPr>
              <a:r>
                <a:rPr lang="en-US" sz="700" b="0" dirty="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dirty="0">
                <a:latin typeface="Ubuntu" panose="020B0504030602030204" pitchFamily="34" charset="0"/>
              </a:endParaRPr>
            </a:p>
            <a:p>
              <a:pPr algn="ctr">
                <a:lnSpc>
                  <a:spcPct val="90000"/>
                </a:lnSpc>
                <a:spcAft>
                  <a:spcPts val="0"/>
                </a:spcAft>
              </a:pPr>
              <a:r>
                <a:rPr lang="en-US" sz="700" b="0" dirty="0">
                  <a:latin typeface="Ubuntu" panose="020B0504030602030204" pitchFamily="34" charset="0"/>
                </a:rPr>
                <a:t>87</a:t>
              </a:r>
            </a:p>
            <a:p>
              <a:pPr algn="ctr">
                <a:lnSpc>
                  <a:spcPct val="90000"/>
                </a:lnSpc>
                <a:spcAft>
                  <a:spcPts val="0"/>
                </a:spcAft>
              </a:pPr>
              <a:r>
                <a:rPr lang="en-US" sz="700" b="0" dirty="0">
                  <a:latin typeface="Ubuntu" panose="020B0504030602030204" pitchFamily="34" charset="0"/>
                </a:rPr>
                <a:t>207</a:t>
              </a:r>
            </a:p>
            <a:p>
              <a:pPr algn="ctr">
                <a:lnSpc>
                  <a:spcPct val="90000"/>
                </a:lnSpc>
                <a:spcAft>
                  <a:spcPts val="0"/>
                </a:spcAft>
              </a:pPr>
              <a:r>
                <a:rPr lang="en-US" sz="700" b="0" dirty="0">
                  <a:latin typeface="Ubuntu" panose="020B0504030602030204" pitchFamily="34" charset="0"/>
                </a:rPr>
                <a:t>128</a:t>
              </a:r>
            </a:p>
            <a:p>
              <a:pPr algn="ctr">
                <a:lnSpc>
                  <a:spcPct val="90000"/>
                </a:lnSpc>
                <a:spcAft>
                  <a:spcPts val="0"/>
                </a:spcAft>
              </a:pPr>
              <a:endParaRPr lang="en-US" sz="700" b="0" dirty="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23</a:t>
              </a:r>
            </a:p>
            <a:p>
              <a:pPr algn="ctr">
                <a:lnSpc>
                  <a:spcPct val="90000"/>
                </a:lnSpc>
                <a:spcAft>
                  <a:spcPts val="0"/>
                </a:spcAft>
              </a:pPr>
              <a:r>
                <a:rPr lang="en-US" sz="700" b="0" dirty="0">
                  <a:solidFill>
                    <a:schemeClr val="bg1"/>
                  </a:solidFill>
                  <a:latin typeface="Ubuntu" panose="020B0504030602030204" pitchFamily="34" charset="0"/>
                </a:rPr>
                <a:t>51</a:t>
              </a:r>
            </a:p>
            <a:p>
              <a:pPr algn="ctr">
                <a:lnSpc>
                  <a:spcPct val="90000"/>
                </a:lnSpc>
                <a:spcAft>
                  <a:spcPts val="0"/>
                </a:spcAft>
              </a:pPr>
              <a:r>
                <a:rPr lang="en-US" sz="700" b="0" dirty="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33</a:t>
              </a:r>
            </a:p>
            <a:p>
              <a:pPr algn="ctr">
                <a:lnSpc>
                  <a:spcPct val="90000"/>
                </a:lnSpc>
                <a:spcAft>
                  <a:spcPts val="0"/>
                </a:spcAft>
              </a:pPr>
              <a:r>
                <a:rPr lang="en-US" sz="700" b="0" dirty="0">
                  <a:solidFill>
                    <a:schemeClr val="bg1"/>
                  </a:solidFill>
                  <a:latin typeface="Ubuntu" panose="020B0504030602030204" pitchFamily="34" charset="0"/>
                </a:rPr>
                <a:t>69</a:t>
              </a:r>
            </a:p>
            <a:p>
              <a:pPr algn="ctr">
                <a:lnSpc>
                  <a:spcPct val="90000"/>
                </a:lnSpc>
                <a:spcAft>
                  <a:spcPts val="0"/>
                </a:spcAft>
              </a:pPr>
              <a:r>
                <a:rPr lang="en-US" sz="700" b="0" dirty="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20</a:t>
              </a:r>
            </a:p>
            <a:p>
              <a:pPr algn="ctr">
                <a:lnSpc>
                  <a:spcPct val="90000"/>
                </a:lnSpc>
                <a:spcAft>
                  <a:spcPts val="0"/>
                </a:spcAft>
              </a:pPr>
              <a:r>
                <a:rPr lang="en-US" sz="700" b="0" dirty="0">
                  <a:solidFill>
                    <a:schemeClr val="bg1"/>
                  </a:solidFill>
                  <a:latin typeface="Ubuntu" panose="020B0504030602030204" pitchFamily="34" charset="0"/>
                </a:rPr>
                <a:t>89</a:t>
              </a:r>
            </a:p>
            <a:p>
              <a:pPr algn="ctr">
                <a:lnSpc>
                  <a:spcPct val="90000"/>
                </a:lnSpc>
                <a:spcAft>
                  <a:spcPts val="0"/>
                </a:spcAft>
              </a:pPr>
              <a:r>
                <a:rPr lang="en-US" sz="700" b="0" dirty="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51</a:t>
              </a:r>
            </a:p>
            <a:p>
              <a:pPr algn="ctr">
                <a:lnSpc>
                  <a:spcPct val="90000"/>
                </a:lnSpc>
                <a:spcAft>
                  <a:spcPts val="0"/>
                </a:spcAft>
              </a:pPr>
              <a:r>
                <a:rPr lang="en-US" sz="700" b="0" dirty="0">
                  <a:solidFill>
                    <a:schemeClr val="bg1"/>
                  </a:solidFill>
                  <a:latin typeface="Ubuntu" panose="020B0504030602030204" pitchFamily="34" charset="0"/>
                </a:rPr>
                <a:t>107</a:t>
              </a:r>
            </a:p>
            <a:p>
              <a:pPr algn="ctr">
                <a:lnSpc>
                  <a:spcPct val="90000"/>
                </a:lnSpc>
                <a:spcAft>
                  <a:spcPts val="0"/>
                </a:spcAft>
              </a:pPr>
              <a:r>
                <a:rPr lang="en-US" sz="700" b="0" dirty="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51</a:t>
              </a:r>
            </a:p>
            <a:p>
              <a:pPr algn="ctr">
                <a:lnSpc>
                  <a:spcPct val="90000"/>
                </a:lnSpc>
                <a:spcAft>
                  <a:spcPts val="0"/>
                </a:spcAft>
              </a:pPr>
              <a:r>
                <a:rPr lang="en-US" sz="700" b="0" dirty="0">
                  <a:solidFill>
                    <a:schemeClr val="bg1"/>
                  </a:solidFill>
                  <a:latin typeface="Ubuntu" panose="020B0504030602030204" pitchFamily="34" charset="0"/>
                </a:rPr>
                <a:t>128</a:t>
              </a:r>
            </a:p>
            <a:p>
              <a:pPr algn="ctr">
                <a:lnSpc>
                  <a:spcPct val="90000"/>
                </a:lnSpc>
                <a:spcAft>
                  <a:spcPts val="0"/>
                </a:spcAft>
              </a:pPr>
              <a:r>
                <a:rPr lang="en-US" sz="700" b="0" dirty="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0</a:t>
              </a:r>
            </a:p>
            <a:p>
              <a:pPr algn="ctr">
                <a:lnSpc>
                  <a:spcPct val="90000"/>
                </a:lnSpc>
                <a:spcAft>
                  <a:spcPts val="0"/>
                </a:spcAft>
              </a:pPr>
              <a:r>
                <a:rPr lang="en-US" sz="700" b="0" dirty="0">
                  <a:solidFill>
                    <a:schemeClr val="bg1"/>
                  </a:solidFill>
                  <a:latin typeface="Ubuntu" panose="020B0504030602030204" pitchFamily="34" charset="0"/>
                </a:rPr>
                <a:t>125</a:t>
              </a:r>
            </a:p>
            <a:p>
              <a:pPr algn="ctr">
                <a:lnSpc>
                  <a:spcPct val="90000"/>
                </a:lnSpc>
                <a:spcAft>
                  <a:spcPts val="0"/>
                </a:spcAft>
              </a:pPr>
              <a:r>
                <a:rPr lang="en-US" sz="700" b="0" dirty="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0</a:t>
              </a:r>
            </a:p>
            <a:p>
              <a:pPr algn="ctr">
                <a:lnSpc>
                  <a:spcPct val="90000"/>
                </a:lnSpc>
                <a:spcAft>
                  <a:spcPts val="0"/>
                </a:spcAft>
              </a:pPr>
              <a:r>
                <a:rPr lang="en-US" sz="700" b="0" dirty="0">
                  <a:solidFill>
                    <a:schemeClr val="bg1"/>
                  </a:solidFill>
                  <a:latin typeface="Ubuntu" panose="020B0504030602030204" pitchFamily="34" charset="0"/>
                </a:rPr>
                <a:t>146</a:t>
              </a:r>
            </a:p>
            <a:p>
              <a:pPr algn="ctr">
                <a:lnSpc>
                  <a:spcPct val="90000"/>
                </a:lnSpc>
                <a:spcAft>
                  <a:spcPts val="0"/>
                </a:spcAft>
              </a:pPr>
              <a:r>
                <a:rPr lang="en-US" sz="700" b="0" dirty="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191</a:t>
              </a:r>
            </a:p>
            <a:p>
              <a:pPr algn="ctr">
                <a:lnSpc>
                  <a:spcPct val="90000"/>
                </a:lnSpc>
                <a:spcAft>
                  <a:spcPts val="0"/>
                </a:spcAft>
              </a:pPr>
              <a:r>
                <a:rPr lang="en-US" sz="700" b="0" dirty="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213</a:t>
              </a:r>
            </a:p>
            <a:p>
              <a:pPr algn="ctr">
                <a:lnSpc>
                  <a:spcPct val="90000"/>
                </a:lnSpc>
                <a:spcAft>
                  <a:spcPts val="0"/>
                </a:spcAft>
              </a:pPr>
              <a:r>
                <a:rPr lang="en-US" sz="700" b="0" dirty="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230</a:t>
              </a:r>
            </a:p>
            <a:p>
              <a:pPr algn="ctr">
                <a:lnSpc>
                  <a:spcPct val="90000"/>
                </a:lnSpc>
                <a:spcAft>
                  <a:spcPts val="0"/>
                </a:spcAft>
              </a:pPr>
              <a:r>
                <a:rPr lang="en-US" sz="700" b="0" dirty="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dirty="0">
                <a:solidFill>
                  <a:srgbClr val="A6A6A6"/>
                </a:solidFill>
                <a:latin typeface="Ubuntu" panose="020B0504030602030204" pitchFamily="34" charset="0"/>
                <a:cs typeface="Arial" panose="020B0604020202020204" pitchFamily="34" charset="0"/>
              </a:rPr>
              <a:t>Presentation Title  |  Author  |  Date</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dirty="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dirty="0">
                <a:solidFill>
                  <a:srgbClr val="A6A6A6"/>
                </a:solidFill>
                <a:latin typeface="Ubuntu" panose="020B0504030602030204" pitchFamily="34" charset="0"/>
                <a:cs typeface="Arial" panose="020B0604020202020204" pitchFamily="34" charset="0"/>
              </a:rPr>
              <a:t>Company Confidential © Capgemini Invent 2021. All rights reserved  |</a:t>
            </a:r>
          </a:p>
        </p:txBody>
      </p:sp>
    </p:spTree>
    <p:extLst>
      <p:ext uri="{BB962C8B-B14F-4D97-AF65-F5344CB8AC3E}">
        <p14:creationId xmlns:p14="http://schemas.microsoft.com/office/powerpoint/2010/main" val="4173706523"/>
      </p:ext>
    </p:extLst>
  </p:cSld>
  <p:clrMap bg1="lt1" tx1="dk1" bg2="lt2" tx2="dk2" accent1="accent1" accent2="accent2" accent3="accent3" accent4="accent4" accent5="accent5" accent6="accent6" hlink="hlink" folHlink="folHlink"/>
  <p:sldLayoutIdLst>
    <p:sldLayoutId id="2147484100" r:id="rId1"/>
    <p:sldLayoutId id="2147484101" r:id="rId2"/>
    <p:sldLayoutId id="2147484102" r:id="rId3"/>
    <p:sldLayoutId id="2147484103" r:id="rId4"/>
    <p:sldLayoutId id="2147484104" r:id="rId5"/>
    <p:sldLayoutId id="2147484105" r:id="rId6"/>
    <p:sldLayoutId id="2147484106" r:id="rId7"/>
    <p:sldLayoutId id="2147484107" r:id="rId8"/>
    <p:sldLayoutId id="2147484108" r:id="rId9"/>
    <p:sldLayoutId id="2147484109" r:id="rId10"/>
    <p:sldLayoutId id="2147484110" r:id="rId11"/>
    <p:sldLayoutId id="2147484111" r:id="rId12"/>
    <p:sldLayoutId id="2147484112" r:id="rId13"/>
    <p:sldLayoutId id="2147484113" r:id="rId14"/>
    <p:sldLayoutId id="2147484114" r:id="rId15"/>
    <p:sldLayoutId id="2147484115" r:id="rId16"/>
    <p:sldLayoutId id="2147484116" r:id="rId17"/>
    <p:sldLayoutId id="2147484117" r:id="rId18"/>
    <p:sldLayoutId id="2147484118" r:id="rId19"/>
    <p:sldLayoutId id="2147484119" r:id="rId20"/>
    <p:sldLayoutId id="2147484120" r:id="rId21"/>
    <p:sldLayoutId id="2147484121" r:id="rId22"/>
  </p:sldLayoutIdLst>
  <p:hf sldNum="0" hdr="0" ftr="0" dt="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e 1">
            <a:extLst>
              <a:ext uri="{FF2B5EF4-FFF2-40B4-BE49-F238E27FC236}">
                <a16:creationId xmlns:a16="http://schemas.microsoft.com/office/drawing/2014/main" id="{3D45107B-80E6-4B41-95EF-7FAE5E9E34B9}"/>
              </a:ext>
            </a:extLst>
          </p:cNvPr>
          <p:cNvGrpSpPr/>
          <p:nvPr/>
        </p:nvGrpSpPr>
        <p:grpSpPr>
          <a:xfrm>
            <a:off x="11501102" y="171573"/>
            <a:ext cx="419436" cy="388988"/>
            <a:chOff x="11501102" y="171573"/>
            <a:chExt cx="419436" cy="388988"/>
          </a:xfrm>
        </p:grpSpPr>
        <p:sp>
          <p:nvSpPr>
            <p:cNvPr id="9" name="Freeform 13">
              <a:extLst>
                <a:ext uri="{FF2B5EF4-FFF2-40B4-BE49-F238E27FC236}">
                  <a16:creationId xmlns:a16="http://schemas.microsoft.com/office/drawing/2014/main" id="{72A6F0B3-34D7-48D4-BB6E-5D1E75506384}"/>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Verdana"/>
                <a:ea typeface="+mn-ea"/>
                <a:cs typeface="+mn-cs"/>
              </a:endParaRPr>
            </a:p>
          </p:txBody>
        </p:sp>
        <p:sp>
          <p:nvSpPr>
            <p:cNvPr id="10" name="Freeform 14">
              <a:extLst>
                <a:ext uri="{FF2B5EF4-FFF2-40B4-BE49-F238E27FC236}">
                  <a16:creationId xmlns:a16="http://schemas.microsoft.com/office/drawing/2014/main" id="{DB8EBB56-3495-4CDB-B585-2CA717263DB4}"/>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Verdana"/>
                <a:ea typeface="+mn-ea"/>
                <a:cs typeface="+mn-cs"/>
              </a:endParaRPr>
            </a:p>
          </p:txBody>
        </p:sp>
      </p:grpSp>
      <p:sp>
        <p:nvSpPr>
          <p:cNvPr id="13" name="Telematics App">
            <a:extLst>
              <a:ext uri="{FF2B5EF4-FFF2-40B4-BE49-F238E27FC236}">
                <a16:creationId xmlns:a16="http://schemas.microsoft.com/office/drawing/2014/main" id="{7E3F6432-91AA-44FE-B0C4-AB395C7FE668}"/>
              </a:ext>
            </a:extLst>
          </p:cNvPr>
          <p:cNvSpPr/>
          <p:nvPr/>
        </p:nvSpPr>
        <p:spPr>
          <a:xfrm>
            <a:off x="270537" y="349911"/>
            <a:ext cx="8028850" cy="841256"/>
          </a:xfrm>
          <a:prstGeom prst="rect">
            <a:avLst/>
          </a:prstGeom>
          <a:ln w="12700">
            <a:miter lim="400000"/>
          </a:ln>
          <a:extLst>
            <a:ext uri="{C572A759-6A51-4108-AA02-DFA0A04FC94B}">
              <ma14:wrappingTextBoxFlag xmlns="" xmlns:ma14="http://schemas.microsoft.com/office/mac/drawingml/2011/main" val="1"/>
            </a:ext>
          </a:extLst>
        </p:spPr>
        <p:txBody>
          <a:bodyPr wrap="square" lIns="50800" tIns="50800" rIns="50800" bIns="50800">
            <a:spAutoFit/>
          </a:bodyPr>
          <a:lstStyle>
            <a:lvl1pPr>
              <a:lnSpc>
                <a:spcPct val="80000"/>
              </a:lnSpc>
              <a:defRPr sz="4500">
                <a:solidFill>
                  <a:srgbClr val="FFFFFF"/>
                </a:solidFill>
                <a:latin typeface="Lato Light"/>
                <a:ea typeface="Lato Light"/>
                <a:cs typeface="Lato Light"/>
                <a:sym typeface="Lato Light"/>
              </a:defRPr>
            </a:lvl1pPr>
          </a:lstStyle>
          <a:p>
            <a:pPr marL="0" marR="0" lvl="0" indent="0" algn="l" defTabSz="914400" rtl="0" eaLnBrk="1" fontAlgn="auto" latinLnBrk="0" hangingPunct="1">
              <a:lnSpc>
                <a:spcPct val="80000"/>
              </a:lnSpc>
              <a:spcBef>
                <a:spcPts val="0"/>
              </a:spcBef>
              <a:spcAft>
                <a:spcPts val="0"/>
              </a:spcAft>
              <a:buClr>
                <a:srgbClr val="1B222E"/>
              </a:buClr>
              <a:buSzPts val="1800"/>
              <a:buFontTx/>
              <a:buNone/>
              <a:tabLst/>
              <a:defRPr/>
            </a:pPr>
            <a:r>
              <a:rPr lang="en-US" sz="3000" dirty="0">
                <a:solidFill>
                  <a:prstClr val="white"/>
                </a:solidFill>
                <a:latin typeface="Verdana" panose="020B0604030504040204" pitchFamily="34" charset="0"/>
                <a:ea typeface="Verdana" panose="020B0604030504040204" pitchFamily="34" charset="0"/>
                <a:cs typeface="Verdana" panose="020B0604030504040204" pitchFamily="34" charset="0"/>
                <a:sym typeface="Georgia"/>
              </a:rPr>
              <a:t>Knowledge Assist-GenAI &amp; RAG </a:t>
            </a:r>
          </a:p>
          <a:p>
            <a:pPr lvl="0">
              <a:buClr>
                <a:srgbClr val="1B222E"/>
              </a:buClr>
              <a:buSzPts val="1800"/>
              <a:defRPr/>
            </a:pPr>
            <a:r>
              <a:rPr lang="en-US" sz="3000" dirty="0">
                <a:solidFill>
                  <a:prstClr val="white"/>
                </a:solidFill>
                <a:latin typeface="Verdana" panose="020B0604030504040204" pitchFamily="34" charset="0"/>
                <a:ea typeface="Verdana" panose="020B0604030504040204" pitchFamily="34" charset="0"/>
                <a:cs typeface="Verdana" panose="020B0604030504040204" pitchFamily="34" charset="0"/>
                <a:sym typeface="Georgia"/>
              </a:rPr>
              <a:t>Based Chatbot Implementation</a:t>
            </a:r>
          </a:p>
        </p:txBody>
      </p:sp>
      <p:sp>
        <p:nvSpPr>
          <p:cNvPr id="14" name="TextBox 13">
            <a:extLst>
              <a:ext uri="{FF2B5EF4-FFF2-40B4-BE49-F238E27FC236}">
                <a16:creationId xmlns:a16="http://schemas.microsoft.com/office/drawing/2014/main" id="{8BB45C1F-8C35-48C6-911C-6AA242DDD512}"/>
              </a:ext>
            </a:extLst>
          </p:cNvPr>
          <p:cNvSpPr txBox="1"/>
          <p:nvPr/>
        </p:nvSpPr>
        <p:spPr>
          <a:xfrm>
            <a:off x="270537" y="1111492"/>
            <a:ext cx="7286403" cy="58939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70AD"/>
              </a:buClr>
              <a:buSzTx/>
              <a:buFontTx/>
              <a:buNone/>
              <a:tabLst/>
              <a:defRPr/>
            </a:pPr>
            <a:r>
              <a:rPr kumimoji="0" lang="en-US" sz="12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Georgia"/>
                <a:sym typeface="Georgia"/>
              </a:rPr>
              <a:t>Background</a:t>
            </a:r>
          </a:p>
          <a:p>
            <a:pPr lvl="0">
              <a:spcBef>
                <a:spcPts val="600"/>
              </a:spcBef>
              <a:buClr>
                <a:srgbClr val="0070AD"/>
              </a:buClr>
              <a:defRPr/>
            </a:pPr>
            <a:r>
              <a:rPr lang="en-US" sz="1000" dirty="0">
                <a:latin typeface="Verdana" panose="020B0604030504040204" pitchFamily="34" charset="0"/>
                <a:ea typeface="Verdana" panose="020B0604030504040204" pitchFamily="34" charset="0"/>
              </a:rPr>
              <a:t>Mass retirement of workers from the baby boomer generation, the industrial sector faces both labor and skills shortages, and Knowledge assist should be part of the solution – as a revenue generator, not job eliminator. A lot of knowledge is buried in historical documents and images, and this project brings the transformative power of AI to industrial operations. </a:t>
            </a:r>
            <a:r>
              <a:rPr kumimoji="0" lang="en-US" sz="10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rPr>
              <a:t>​ </a:t>
            </a:r>
            <a:endParaRPr lang="en-US" sz="1000" dirty="0">
              <a:solidFill>
                <a:prstClr val="white"/>
              </a:solidFill>
              <a:latin typeface="Verdana" panose="020B0604030504040204" pitchFamily="34" charset="0"/>
              <a:ea typeface="Verdana" panose="020B0604030504040204" pitchFamily="34" charset="0"/>
            </a:endParaRPr>
          </a:p>
          <a:p>
            <a:pPr marL="0" marR="0" lvl="0" indent="0" algn="l" defTabSz="914400" rtl="0" eaLnBrk="1" fontAlgn="auto" latinLnBrk="0" hangingPunct="1">
              <a:lnSpc>
                <a:spcPct val="100000"/>
              </a:lnSpc>
              <a:spcBef>
                <a:spcPts val="0"/>
              </a:spcBef>
              <a:spcAft>
                <a:spcPts val="0"/>
              </a:spcAft>
              <a:buClr>
                <a:srgbClr val="0070AD"/>
              </a:buClr>
              <a:buSzTx/>
              <a:buFontTx/>
              <a:buNone/>
              <a:tabLst/>
              <a:defRPr/>
            </a:pPr>
            <a:endParaRPr lang="en-US" sz="1200" dirty="0">
              <a:solidFill>
                <a:prstClr val="white"/>
              </a:solidFill>
              <a:latin typeface="Verdana" panose="020B0604030504040204" pitchFamily="34" charset="0"/>
              <a:ea typeface="Verdana" panose="020B0604030504040204" pitchFamily="34" charset="0"/>
              <a:sym typeface="Georgia"/>
            </a:endParaRPr>
          </a:p>
          <a:p>
            <a:pPr marL="0" marR="0" lvl="0" indent="0" algn="l" defTabSz="914400" rtl="0" eaLnBrk="1" fontAlgn="auto" latinLnBrk="0" hangingPunct="1">
              <a:lnSpc>
                <a:spcPct val="150000"/>
              </a:lnSpc>
              <a:spcBef>
                <a:spcPts val="0"/>
              </a:spcBef>
              <a:spcAft>
                <a:spcPts val="0"/>
              </a:spcAft>
              <a:buClr>
                <a:srgbClr val="0070AD"/>
              </a:buClr>
              <a:buSzTx/>
              <a:buFontTx/>
              <a:buNone/>
              <a:tabLst/>
              <a:defRPr/>
            </a:pPr>
            <a:r>
              <a:rPr kumimoji="0" lang="en-US" sz="12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Georgia"/>
                <a:sym typeface="Georgia"/>
              </a:rPr>
              <a:t>Solution</a:t>
            </a:r>
          </a:p>
          <a:p>
            <a:pPr lvl="0">
              <a:defRPr/>
            </a:pPr>
            <a:r>
              <a:rPr lang="en-IN" sz="1000" dirty="0">
                <a:latin typeface="Verdana" panose="020B0604030504040204" pitchFamily="34" charset="0"/>
                <a:ea typeface="Verdana" panose="020B0604030504040204" pitchFamily="34" charset="0"/>
              </a:rPr>
              <a:t>The underlying architecture is highly scalable and robust, built on Google Cloud Platform(GCP) using serverless compute (Cloud Run, Cloud Functions), Vertex AI for advanced machine learning models and vector search, Document AI for intelligent document processing, and Firestore for rich metadata management. It incorporates a comprehensive Ingestion Pipeline for continuous data updates, a Retrieval-Augmented Generation (RAG) framework for context-aware content, and robust error handling and observability mechanisms. The design also adheres strictly to security requirements, including data encryption, secure networking, and stringent access controls.</a:t>
            </a:r>
          </a:p>
          <a:p>
            <a:pPr lvl="0">
              <a:defRPr/>
            </a:pPr>
            <a:endParaRPr kumimoji="0" lang="en-IN" sz="12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Georgia"/>
              <a:sym typeface="Georgia"/>
            </a:endParaRPr>
          </a:p>
          <a:p>
            <a:r>
              <a:rPr lang="en-US" sz="1000" dirty="0">
                <a:latin typeface="Verdana" panose="020B0604030504040204" pitchFamily="34" charset="0"/>
                <a:ea typeface="Verdana" panose="020B0604030504040204" pitchFamily="34" charset="0"/>
              </a:rPr>
              <a:t>● </a:t>
            </a:r>
            <a:r>
              <a:rPr lang="en-US" sz="1000" b="1" dirty="0">
                <a:latin typeface="Verdana" panose="020B0604030504040204" pitchFamily="34" charset="0"/>
                <a:ea typeface="Verdana" panose="020B0604030504040204" pitchFamily="34" charset="0"/>
              </a:rPr>
              <a:t>Data Standardization  - </a:t>
            </a:r>
            <a:r>
              <a:rPr lang="en-US" sz="1000" dirty="0">
                <a:latin typeface="Verdana" panose="020B0604030504040204" pitchFamily="34" charset="0"/>
                <a:ea typeface="Verdana" panose="020B0604030504040204" pitchFamily="34" charset="0"/>
              </a:rPr>
              <a:t>Converts PPTX, DOCX, and XLSX files to uniform PDFs for consistent processing.</a:t>
            </a:r>
            <a:endParaRPr lang="en-US" sz="1000" b="1" dirty="0">
              <a:latin typeface="Verdana" panose="020B0604030504040204" pitchFamily="34" charset="0"/>
              <a:ea typeface="Verdana" panose="020B0604030504040204" pitchFamily="34" charset="0"/>
            </a:endParaRPr>
          </a:p>
          <a:p>
            <a:r>
              <a:rPr lang="en-US" sz="1000" dirty="0">
                <a:latin typeface="Verdana" panose="020B0604030504040204" pitchFamily="34" charset="0"/>
                <a:ea typeface="Verdana" panose="020B0604030504040204" pitchFamily="34" charset="0"/>
              </a:rPr>
              <a:t>● </a:t>
            </a:r>
            <a:r>
              <a:rPr lang="en-US" sz="1000" b="1" dirty="0">
                <a:latin typeface="Verdana" panose="020B0604030504040204" pitchFamily="34" charset="0"/>
                <a:ea typeface="Verdana" panose="020B0604030504040204" pitchFamily="34" charset="0"/>
              </a:rPr>
              <a:t>Content Extraction &amp; Chunking - </a:t>
            </a:r>
            <a:r>
              <a:rPr lang="en-US" sz="1000" dirty="0">
                <a:latin typeface="Verdana" panose="020B0604030504040204" pitchFamily="34" charset="0"/>
                <a:ea typeface="Verdana" panose="020B0604030504040204" pitchFamily="34" charset="0"/>
              </a:rPr>
              <a:t>Extracts text and splits it into context-preserving semantic chunks.</a:t>
            </a:r>
            <a:endParaRPr lang="en-US" sz="1000" b="1" dirty="0">
              <a:latin typeface="Verdana" panose="020B0604030504040204" pitchFamily="34" charset="0"/>
              <a:ea typeface="Verdana" panose="020B0604030504040204" pitchFamily="34" charset="0"/>
            </a:endParaRPr>
          </a:p>
          <a:p>
            <a:r>
              <a:rPr lang="en-US" sz="1000" dirty="0">
                <a:latin typeface="Verdana" panose="020B0604030504040204" pitchFamily="34" charset="0"/>
                <a:ea typeface="Verdana" panose="020B0604030504040204" pitchFamily="34" charset="0"/>
              </a:rPr>
              <a:t>● </a:t>
            </a:r>
            <a:r>
              <a:rPr lang="en-US" sz="1000" b="1" dirty="0">
                <a:latin typeface="Verdana" panose="020B0604030504040204" pitchFamily="34" charset="0"/>
                <a:ea typeface="Verdana" panose="020B0604030504040204" pitchFamily="34" charset="0"/>
              </a:rPr>
              <a:t>Metadata Enrichment - </a:t>
            </a:r>
            <a:r>
              <a:rPr lang="en-US" sz="1000" dirty="0">
                <a:latin typeface="Verdana" panose="020B0604030504040204" pitchFamily="34" charset="0"/>
                <a:ea typeface="Verdana" panose="020B0604030504040204" pitchFamily="34" charset="0"/>
              </a:rPr>
              <a:t>Adds Firestore-sourced metadata (e.g., project number, GBE) for precise retrieval.</a:t>
            </a:r>
            <a:endParaRPr lang="en-US" sz="1000" b="1" dirty="0">
              <a:latin typeface="Verdana" panose="020B0604030504040204" pitchFamily="34" charset="0"/>
              <a:ea typeface="Verdana" panose="020B0604030504040204" pitchFamily="34" charset="0"/>
            </a:endParaRPr>
          </a:p>
          <a:p>
            <a:r>
              <a:rPr lang="en-US" sz="1000" dirty="0">
                <a:latin typeface="Verdana" panose="020B0604030504040204" pitchFamily="34" charset="0"/>
                <a:ea typeface="Verdana" panose="020B0604030504040204" pitchFamily="34" charset="0"/>
              </a:rPr>
              <a:t>● </a:t>
            </a:r>
            <a:r>
              <a:rPr lang="en-US" sz="1000" b="1" dirty="0">
                <a:latin typeface="Verdana" panose="020B0604030504040204" pitchFamily="34" charset="0"/>
                <a:ea typeface="Verdana" panose="020B0604030504040204" pitchFamily="34" charset="0"/>
              </a:rPr>
              <a:t>Vectorization and Indexing - </a:t>
            </a:r>
            <a:r>
              <a:rPr lang="en-US" sz="1000" dirty="0">
                <a:latin typeface="Verdana" panose="020B0604030504040204" pitchFamily="34" charset="0"/>
                <a:ea typeface="Verdana" panose="020B0604030504040204" pitchFamily="34" charset="0"/>
              </a:rPr>
              <a:t>Embeds chunks and indexes them in a vector database for semantic search.</a:t>
            </a:r>
            <a:endParaRPr lang="en-US" sz="1000" b="1" dirty="0">
              <a:latin typeface="Verdana" panose="020B0604030504040204" pitchFamily="34" charset="0"/>
              <a:ea typeface="Verdana" panose="020B0604030504040204" pitchFamily="34" charset="0"/>
            </a:endParaRPr>
          </a:p>
          <a:p>
            <a:r>
              <a:rPr lang="en-US" sz="1000" dirty="0">
                <a:latin typeface="Verdana" panose="020B0604030504040204" pitchFamily="34" charset="0"/>
                <a:ea typeface="Verdana" panose="020B0604030504040204" pitchFamily="34" charset="0"/>
              </a:rPr>
              <a:t>● </a:t>
            </a:r>
            <a:r>
              <a:rPr lang="en-US" sz="1000" b="1" dirty="0">
                <a:latin typeface="Verdana" panose="020B0604030504040204" pitchFamily="34" charset="0"/>
                <a:ea typeface="Verdana" panose="020B0604030504040204" pitchFamily="34" charset="0"/>
              </a:rPr>
              <a:t>Continuous Updates &amp; Scalability  - </a:t>
            </a:r>
            <a:r>
              <a:rPr lang="en-US" sz="1000" dirty="0">
                <a:latin typeface="Verdana" panose="020B0604030504040204" pitchFamily="34" charset="0"/>
                <a:ea typeface="Verdana" panose="020B0604030504040204" pitchFamily="34" charset="0"/>
              </a:rPr>
              <a:t>Supports ongoing updates and scales to handle large data volumes.</a:t>
            </a:r>
            <a:endParaRPr lang="en-US" sz="1000" b="1" dirty="0">
              <a:latin typeface="Verdana" panose="020B0604030504040204" pitchFamily="34" charset="0"/>
              <a:ea typeface="Verdana" panose="020B0604030504040204" pitchFamily="34" charset="0"/>
            </a:endParaRPr>
          </a:p>
          <a:p>
            <a:r>
              <a:rPr lang="en-US" sz="1000" dirty="0">
                <a:latin typeface="Verdana" panose="020B0604030504040204" pitchFamily="34" charset="0"/>
                <a:ea typeface="Verdana" panose="020B0604030504040204" pitchFamily="34" charset="0"/>
              </a:rPr>
              <a:t>● </a:t>
            </a:r>
            <a:r>
              <a:rPr lang="en-US" sz="1000" b="1" dirty="0">
                <a:latin typeface="Verdana" panose="020B0604030504040204" pitchFamily="34" charset="0"/>
                <a:ea typeface="Verdana" panose="020B0604030504040204" pitchFamily="34" charset="0"/>
              </a:rPr>
              <a:t>Robustness and Monitoring - </a:t>
            </a:r>
            <a:r>
              <a:rPr lang="en-US" sz="1000" dirty="0">
                <a:latin typeface="Verdana" panose="020B0604030504040204" pitchFamily="34" charset="0"/>
                <a:ea typeface="Verdana" panose="020B0604030504040204" pitchFamily="34" charset="0"/>
              </a:rPr>
              <a:t>Logs and reports pipeline status for reliability and troubleshooting.</a:t>
            </a:r>
            <a:endParaRPr lang="en-US" sz="1000" b="1" dirty="0">
              <a:latin typeface="Verdana" panose="020B0604030504040204" pitchFamily="34" charset="0"/>
              <a:ea typeface="Verdana" panose="020B0604030504040204" pitchFamily="34" charset="0"/>
            </a:endParaRPr>
          </a:p>
          <a:p>
            <a:endParaRPr kumimoji="0" lang="en-US" sz="12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Georgia"/>
              <a:sym typeface="Georgia"/>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Georgia"/>
                <a:sym typeface="Georgia"/>
              </a:rPr>
              <a:t>Outcome</a:t>
            </a:r>
            <a:endParaRPr kumimoji="0" lang="en-US" sz="12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endParaRPr>
          </a:p>
          <a:p>
            <a:r>
              <a:rPr lang="en-US" sz="1000" b="1" dirty="0">
                <a:latin typeface="Verdana" panose="020B0604030504040204" pitchFamily="34" charset="0"/>
                <a:ea typeface="Verdana" panose="020B0604030504040204" pitchFamily="34" charset="0"/>
              </a:rPr>
              <a:t>Mitigates Skills &amp; Labor Shortages:</a:t>
            </a:r>
            <a:r>
              <a:rPr lang="en-US" sz="1000" dirty="0">
                <a:latin typeface="Verdana" panose="020B0604030504040204" pitchFamily="34" charset="0"/>
                <a:ea typeface="Verdana" panose="020B0604030504040204" pitchFamily="34" charset="0"/>
              </a:rPr>
              <a:t> AI acts as a digital expert, preserving and sharing critical company knowledge.</a:t>
            </a:r>
          </a:p>
          <a:p>
            <a:r>
              <a:rPr lang="en-US" sz="1000" b="1" dirty="0">
                <a:latin typeface="Verdana" panose="020B0604030504040204" pitchFamily="34" charset="0"/>
                <a:ea typeface="Verdana" panose="020B0604030504040204" pitchFamily="34" charset="0"/>
              </a:rPr>
              <a:t>Unlocks Buried Knowledge Assets:</a:t>
            </a:r>
            <a:r>
              <a:rPr lang="en-US" sz="1000" dirty="0">
                <a:latin typeface="Verdana" panose="020B0604030504040204" pitchFamily="34" charset="0"/>
                <a:ea typeface="Verdana" panose="020B0604030504040204" pitchFamily="34" charset="0"/>
              </a:rPr>
              <a:t> Transforms historical documents and images into actionable, digital information.</a:t>
            </a:r>
          </a:p>
          <a:p>
            <a:r>
              <a:rPr lang="en-US" sz="1000" b="1" dirty="0">
                <a:latin typeface="Verdana" panose="020B0604030504040204" pitchFamily="34" charset="0"/>
                <a:ea typeface="Verdana" panose="020B0604030504040204" pitchFamily="34" charset="0"/>
              </a:rPr>
              <a:t>Accelerates Project Delivery:</a:t>
            </a:r>
            <a:r>
              <a:rPr lang="en-US" sz="1000" dirty="0">
                <a:latin typeface="Verdana" panose="020B0604030504040204" pitchFamily="34" charset="0"/>
                <a:ea typeface="Verdana" panose="020B0604030504040204" pitchFamily="34" charset="0"/>
              </a:rPr>
              <a:t> Speeds up proposals, designs, and overall project execution with automation.</a:t>
            </a:r>
          </a:p>
          <a:p>
            <a:r>
              <a:rPr lang="en-US" sz="1000" b="1" dirty="0">
                <a:latin typeface="Verdana" panose="020B0604030504040204" pitchFamily="34" charset="0"/>
                <a:ea typeface="Verdana" panose="020B0604030504040204" pitchFamily="34" charset="0"/>
              </a:rPr>
              <a:t>Enhances Operational Accuracy:</a:t>
            </a:r>
            <a:r>
              <a:rPr lang="en-US" sz="1000" dirty="0">
                <a:latin typeface="Verdana" panose="020B0604030504040204" pitchFamily="34" charset="0"/>
                <a:ea typeface="Verdana" panose="020B0604030504040204" pitchFamily="34" charset="0"/>
              </a:rPr>
              <a:t> Reduces errors and risks through precise digital conversion and automated content.</a:t>
            </a:r>
          </a:p>
          <a:p>
            <a:r>
              <a:rPr lang="en-US" sz="1000" b="1" dirty="0">
                <a:latin typeface="Verdana" panose="020B0604030504040204" pitchFamily="34" charset="0"/>
                <a:ea typeface="Verdana" panose="020B0604030504040204" pitchFamily="34" charset="0"/>
              </a:rPr>
              <a:t>Creates AI Competitive Advantage:</a:t>
            </a:r>
            <a:r>
              <a:rPr lang="en-US" sz="1000" dirty="0">
                <a:latin typeface="Verdana" panose="020B0604030504040204" pitchFamily="34" charset="0"/>
                <a:ea typeface="Verdana" panose="020B0604030504040204" pitchFamily="34" charset="0"/>
              </a:rPr>
              <a:t> Establishes technology leadership and drives innovation in the industrial sector.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16" name="TextBox 15">
            <a:extLst>
              <a:ext uri="{FF2B5EF4-FFF2-40B4-BE49-F238E27FC236}">
                <a16:creationId xmlns:a16="http://schemas.microsoft.com/office/drawing/2014/main" id="{62496B04-99F8-4853-8B68-5E3FEC099892}"/>
              </a:ext>
            </a:extLst>
          </p:cNvPr>
          <p:cNvSpPr txBox="1"/>
          <p:nvPr/>
        </p:nvSpPr>
        <p:spPr>
          <a:xfrm>
            <a:off x="270537" y="5286"/>
            <a:ext cx="6096000" cy="369332"/>
          </a:xfrm>
          <a:prstGeom prst="rect">
            <a:avLst/>
          </a:prstGeom>
          <a:noFill/>
        </p:spPr>
        <p:txBody>
          <a:bodyPr wrap="square">
            <a:spAutoFit/>
          </a:bodyPr>
          <a:lstStyle/>
          <a:p>
            <a:pPr lvl="0" defTabSz="457200">
              <a:defRPr/>
            </a:pPr>
            <a:r>
              <a:rPr lang="en-IN" b="1" dirty="0"/>
              <a:t>Spyder Project Assist – Engineering &amp; Manufacturing. </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3" name="Picture 2" descr="A person in a safety vest and hardhat holding a computer&#10;&#10;AI-generated content may be incorrect.">
            <a:extLst>
              <a:ext uri="{FF2B5EF4-FFF2-40B4-BE49-F238E27FC236}">
                <a16:creationId xmlns:a16="http://schemas.microsoft.com/office/drawing/2014/main" id="{835F8E7C-D4DB-2EA6-3298-8414B09495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56940" y="0"/>
            <a:ext cx="4635060" cy="6858000"/>
          </a:xfrm>
          <a:prstGeom prst="rect">
            <a:avLst/>
          </a:prstGeom>
        </p:spPr>
      </p:pic>
    </p:spTree>
    <p:extLst>
      <p:ext uri="{BB962C8B-B14F-4D97-AF65-F5344CB8AC3E}">
        <p14:creationId xmlns:p14="http://schemas.microsoft.com/office/powerpoint/2010/main" val="342939530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EE4P_STYLE_ID" val="c7af6dba-f870-40c6-a7fb-5991d73382cc"/>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29AF8C"/>
      </a:accent1>
      <a:accent2>
        <a:srgbClr val="97BE49"/>
      </a:accent2>
      <a:accent3>
        <a:srgbClr val="3D9CCC"/>
      </a:accent3>
      <a:accent4>
        <a:srgbClr val="7C60C6"/>
      </a:accent4>
      <a:accent5>
        <a:srgbClr val="C9492C"/>
      </a:accent5>
      <a:accent6>
        <a:srgbClr val="D58C2E"/>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3E4F19A7-A959-40BB-972C-4880BAF8EB09}"/>
    </a:ext>
  </a:extLst>
</a:theme>
</file>

<file path=ppt/theme/theme2.xml><?xml version="1.0" encoding="utf-8"?>
<a:theme xmlns:a="http://schemas.openxmlformats.org/drawingml/2006/main" name="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7" id="{76B067EA-FD90-43C9-9707-1FE07CAB5CA4}" vid="{02F4BFDB-6216-4E82-99CD-FCF5D4909630}"/>
    </a:ext>
  </a:extLst>
</a:theme>
</file>

<file path=ppt/theme/theme3.xml><?xml version="1.0" encoding="utf-8"?>
<a:theme xmlns:a="http://schemas.openxmlformats.org/drawingml/2006/main" name="1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647276AF-6822-427E-98A0-181940D5610E}" vid="{1D7AE4B5-172A-49E8-B10B-BF83401316F8}"/>
    </a:ext>
  </a:extLst>
</a:theme>
</file>

<file path=ppt/theme/theme4.xml><?xml version="1.0" encoding="utf-8"?>
<a:theme xmlns:a="http://schemas.openxmlformats.org/drawingml/2006/main" name="Tema do Office">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A4E8C1AB48F2047B96A52E00F2312E5" ma:contentTypeVersion="2" ma:contentTypeDescription="Create a new document." ma:contentTypeScope="" ma:versionID="4cc507cc1271c748cc6944b0bd62e75c">
  <xsd:schema xmlns:xsd="http://www.w3.org/2001/XMLSchema" xmlns:xs="http://www.w3.org/2001/XMLSchema" xmlns:p="http://schemas.microsoft.com/office/2006/metadata/properties" xmlns:ns2="2e998816-b5ff-4150-a1ed-d48456d68cd8" targetNamespace="http://schemas.microsoft.com/office/2006/metadata/properties" ma:root="true" ma:fieldsID="18c93ab93f9ac68baccacfe450a400b3" ns2:_="">
    <xsd:import namespace="2e998816-b5ff-4150-a1ed-d48456d68cd8"/>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998816-b5ff-4150-a1ed-d48456d68cd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3554EB7-C91C-4316-ACA7-4B79B22B6278}">
  <ds:schemaRefs>
    <ds:schemaRef ds:uri="2e998816-b5ff-4150-a1ed-d48456d68cd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765F6DA-EDFD-4C3F-B2EB-EDE359E124E2}">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2e998816-b5ff-4150-a1ed-d48456d68cd8"/>
    <ds:schemaRef ds:uri="http://www.w3.org/XML/1998/namespace"/>
    <ds:schemaRef ds:uri="http://purl.org/dc/dcmitype/"/>
  </ds:schemaRefs>
</ds:datastoreItem>
</file>

<file path=customXml/itemProps3.xml><?xml version="1.0" encoding="utf-8"?>
<ds:datastoreItem xmlns:ds="http://schemas.openxmlformats.org/officeDocument/2006/customXml" ds:itemID="{93B09ECE-D1C0-42A5-B69E-8C88764DB9F3}">
  <ds:schemaRefs>
    <ds:schemaRef ds:uri="http://schemas.microsoft.com/sharepoint/v3/contenttype/forms"/>
  </ds:schemaRefs>
</ds:datastoreItem>
</file>

<file path=docMetadata/LabelInfo.xml><?xml version="1.0" encoding="utf-8"?>
<clbl:labelList xmlns:clbl="http://schemas.microsoft.com/office/2020/mipLabelMetadata">
  <clbl:label id="{e760c494-6550-44b4-8258-77c175d778b7}" enabled="1" method="Privileged" siteId="{76a2ae5a-9f00-4f6b-95ed-5d33d77c4d61}" contentBits="0" removed="0"/>
</clbl:labelList>
</file>

<file path=docProps/app.xml><?xml version="1.0" encoding="utf-8"?>
<Properties xmlns="http://schemas.openxmlformats.org/officeDocument/2006/extended-properties" xmlns:vt="http://schemas.openxmlformats.org/officeDocument/2006/docPropsVTypes">
  <Template/>
  <TotalTime>866</TotalTime>
  <Words>377</Words>
  <Application>Microsoft Office PowerPoint</Application>
  <PresentationFormat>Widescreen</PresentationFormat>
  <Paragraphs>22</Paragraphs>
  <Slides>1</Slides>
  <Notes>0</Notes>
  <HiddenSlides>0</HiddenSlides>
  <MMClips>0</MMClips>
  <ScaleCrop>false</ScaleCrop>
  <HeadingPairs>
    <vt:vector size="8" baseType="variant">
      <vt:variant>
        <vt:lpstr>Fonts Used</vt:lpstr>
      </vt:variant>
      <vt:variant>
        <vt:i4>8</vt:i4>
      </vt:variant>
      <vt:variant>
        <vt:lpstr>Theme</vt:lpstr>
      </vt:variant>
      <vt:variant>
        <vt:i4>3</vt:i4>
      </vt:variant>
      <vt:variant>
        <vt:lpstr>Embedded OLE Servers</vt:lpstr>
      </vt:variant>
      <vt:variant>
        <vt:i4>1</vt:i4>
      </vt:variant>
      <vt:variant>
        <vt:lpstr>Slide Titles</vt:lpstr>
      </vt:variant>
      <vt:variant>
        <vt:i4>1</vt:i4>
      </vt:variant>
    </vt:vector>
  </HeadingPairs>
  <TitlesOfParts>
    <vt:vector size="13" baseType="lpstr">
      <vt:lpstr>Arial</vt:lpstr>
      <vt:lpstr>Calibri</vt:lpstr>
      <vt:lpstr>Calibri Light</vt:lpstr>
      <vt:lpstr>Ubuntu</vt:lpstr>
      <vt:lpstr>Ubuntu Light</vt:lpstr>
      <vt:lpstr>Ubuntu Medium</vt:lpstr>
      <vt:lpstr>Verdana</vt:lpstr>
      <vt:lpstr>Wingdings</vt:lpstr>
      <vt:lpstr>Office Theme</vt:lpstr>
      <vt:lpstr>Capgemini Master 2021</vt:lpstr>
      <vt:lpstr>1_Capgemini Master 2021</vt:lpstr>
      <vt:lpstr>think-cell Slide</vt:lpstr>
      <vt:lpstr>PowerPoint Presentation</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subject>Capgemini template</dc:subject>
  <dc:creator>Capgemini</dc:creator>
  <cp:lastModifiedBy>Rakesh, Bairagoni</cp:lastModifiedBy>
  <cp:revision>7</cp:revision>
  <cp:lastPrinted>1999-12-31T23:00:00Z</cp:lastPrinted>
  <dcterms:created xsi:type="dcterms:W3CDTF">2022-02-17T13:01:24Z</dcterms:created>
  <dcterms:modified xsi:type="dcterms:W3CDTF">2026-01-23T14:16:42Z</dcterms:modified>
  <cp:category>Enter Data Classification</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0x0101006A4E8C1AB48F2047B96A52E00F2312E5</vt:lpwstr>
  </property>
</Properties>
</file>